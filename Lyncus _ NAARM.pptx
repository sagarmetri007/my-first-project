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8" r:id="rId3"/>
    <p:sldId id="269" r:id="rId4"/>
    <p:sldId id="274" r:id="rId5"/>
    <p:sldId id="262" r:id="rId6"/>
    <p:sldId id="27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3303"/>
    <a:srgbClr val="5D3810"/>
    <a:srgbClr val="DAD7B3"/>
    <a:srgbClr val="E48312"/>
    <a:srgbClr val="D4D9CF"/>
    <a:srgbClr val="F3D0BF"/>
    <a:srgbClr val="6E4210"/>
    <a:srgbClr val="FFFFFF"/>
    <a:srgbClr val="D1770F"/>
    <a:srgbClr val="E9A1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E48CEE-5A55-488E-BBCF-E225BFF38EDB}" v="12" dt="2026-09-10T13:22:50.130"/>
  </p1510:revLst>
</p1510:revInfo>
</file>

<file path=ppt/tableStyles.xml><?xml version="1.0" encoding="utf-8"?>
<a:tblStyleLst xmlns:a="http://schemas.openxmlformats.org/drawingml/2006/main" def="{5C22544A-7EE6-4342-B048-85BDC9FD1C3A}"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653" autoAdjust="0"/>
    <p:restoredTop sz="94823" autoAdjust="0"/>
  </p:normalViewPr>
  <p:slideViewPr>
    <p:cSldViewPr snapToGrid="0">
      <p:cViewPr>
        <p:scale>
          <a:sx n="75" d="100"/>
          <a:sy n="75" d="100"/>
        </p:scale>
        <p:origin x="485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gar Metri" userId="234d8621b5818de3" providerId="LiveId" clId="{F25A7751-092C-4F1A-B5F8-1B03588692BE}"/>
    <pc:docChg chg="undo redo custSel addSld delSld modSld">
      <pc:chgData name="Sagar Metri" userId="234d8621b5818de3" providerId="LiveId" clId="{F25A7751-092C-4F1A-B5F8-1B03588692BE}" dt="2026-09-10T13:23:34.822" v="2085" actId="2696"/>
      <pc:docMkLst>
        <pc:docMk/>
      </pc:docMkLst>
      <pc:sldChg chg="addSp delSp modSp del mod">
        <pc:chgData name="Sagar Metri" userId="234d8621b5818de3" providerId="LiveId" clId="{F25A7751-092C-4F1A-B5F8-1B03588692BE}" dt="2026-09-10T13:23:34.822" v="2085" actId="2696"/>
        <pc:sldMkLst>
          <pc:docMk/>
          <pc:sldMk cId="236993089" sldId="261"/>
        </pc:sldMkLst>
        <pc:spChg chg="add">
          <ac:chgData name="Sagar Metri" userId="234d8621b5818de3" providerId="LiveId" clId="{F25A7751-092C-4F1A-B5F8-1B03588692BE}" dt="2026-09-05T12:52:23.817" v="98" actId="22"/>
          <ac:spMkLst>
            <pc:docMk/>
            <pc:sldMk cId="236993089" sldId="261"/>
            <ac:spMk id="4" creationId="{B192AF98-4C69-6F47-89F4-A6F1CDB90893}"/>
          </ac:spMkLst>
        </pc:spChg>
        <pc:spChg chg="del">
          <ac:chgData name="Sagar Metri" userId="234d8621b5818de3" providerId="LiveId" clId="{F25A7751-092C-4F1A-B5F8-1B03588692BE}" dt="2026-09-10T11:22:56.970" v="1172" actId="478"/>
          <ac:spMkLst>
            <pc:docMk/>
            <pc:sldMk cId="236993089" sldId="261"/>
            <ac:spMk id="5" creationId="{FEDEEFE5-4C26-2C82-D741-FFCE3E7186D1}"/>
          </ac:spMkLst>
        </pc:spChg>
        <pc:spChg chg="del">
          <ac:chgData name="Sagar Metri" userId="234d8621b5818de3" providerId="LiveId" clId="{F25A7751-092C-4F1A-B5F8-1B03588692BE}" dt="2026-09-10T11:22:56.970" v="1172" actId="478"/>
          <ac:spMkLst>
            <pc:docMk/>
            <pc:sldMk cId="236993089" sldId="261"/>
            <ac:spMk id="7" creationId="{7E0BD250-2741-CC3A-3340-8784D4B293DC}"/>
          </ac:spMkLst>
        </pc:spChg>
        <pc:spChg chg="del">
          <ac:chgData name="Sagar Metri" userId="234d8621b5818de3" providerId="LiveId" clId="{F25A7751-092C-4F1A-B5F8-1B03588692BE}" dt="2026-09-10T11:22:56.970" v="1172" actId="478"/>
          <ac:spMkLst>
            <pc:docMk/>
            <pc:sldMk cId="236993089" sldId="261"/>
            <ac:spMk id="10" creationId="{9E052950-B11C-1A48-92A3-56D6F2259368}"/>
          </ac:spMkLst>
        </pc:spChg>
        <pc:spChg chg="add mod">
          <ac:chgData name="Sagar Metri" userId="234d8621b5818de3" providerId="LiveId" clId="{F25A7751-092C-4F1A-B5F8-1B03588692BE}" dt="2026-09-10T13:08:10.904" v="1972" actId="1035"/>
          <ac:spMkLst>
            <pc:docMk/>
            <pc:sldMk cId="236993089" sldId="261"/>
            <ac:spMk id="12" creationId="{19162449-5799-563E-F620-075A335F5DC2}"/>
          </ac:spMkLst>
        </pc:spChg>
        <pc:spChg chg="del">
          <ac:chgData name="Sagar Metri" userId="234d8621b5818de3" providerId="LiveId" clId="{F25A7751-092C-4F1A-B5F8-1B03588692BE}" dt="2026-09-10T11:22:56.970" v="1172" actId="478"/>
          <ac:spMkLst>
            <pc:docMk/>
            <pc:sldMk cId="236993089" sldId="261"/>
            <ac:spMk id="13" creationId="{B18959BD-A822-FD7C-DF62-06FC2BBDC874}"/>
          </ac:spMkLst>
        </pc:spChg>
        <pc:spChg chg="add mod">
          <ac:chgData name="Sagar Metri" userId="234d8621b5818de3" providerId="LiveId" clId="{F25A7751-092C-4F1A-B5F8-1B03588692BE}" dt="2026-09-05T13:00:52.488" v="225" actId="122"/>
          <ac:spMkLst>
            <pc:docMk/>
            <pc:sldMk cId="236993089" sldId="261"/>
            <ac:spMk id="16" creationId="{B7A8613E-803D-0460-E839-CE82EAAF1FD6}"/>
          </ac:spMkLst>
        </pc:spChg>
        <pc:spChg chg="del mod">
          <ac:chgData name="Sagar Metri" userId="234d8621b5818de3" providerId="LiveId" clId="{F25A7751-092C-4F1A-B5F8-1B03588692BE}" dt="2026-09-10T11:22:56.970" v="1172" actId="478"/>
          <ac:spMkLst>
            <pc:docMk/>
            <pc:sldMk cId="236993089" sldId="261"/>
            <ac:spMk id="17" creationId="{EE2C7AE9-86F4-5987-CB78-EEA203D8544A}"/>
          </ac:spMkLst>
        </pc:spChg>
        <pc:spChg chg="add mod">
          <ac:chgData name="Sagar Metri" userId="234d8621b5818de3" providerId="LiveId" clId="{F25A7751-092C-4F1A-B5F8-1B03588692BE}" dt="2026-09-05T13:01:54.045" v="273" actId="1076"/>
          <ac:spMkLst>
            <pc:docMk/>
            <pc:sldMk cId="236993089" sldId="261"/>
            <ac:spMk id="18" creationId="{687D47DA-FC49-E186-9D71-4C53CA8ED001}"/>
          </ac:spMkLst>
        </pc:spChg>
        <pc:spChg chg="del">
          <ac:chgData name="Sagar Metri" userId="234d8621b5818de3" providerId="LiveId" clId="{F25A7751-092C-4F1A-B5F8-1B03588692BE}" dt="2026-09-10T11:22:58.891" v="1173" actId="478"/>
          <ac:spMkLst>
            <pc:docMk/>
            <pc:sldMk cId="236993089" sldId="261"/>
            <ac:spMk id="21" creationId="{826910FA-FABD-93B9-8F7C-EFE6EF324855}"/>
          </ac:spMkLst>
        </pc:spChg>
        <pc:spChg chg="add mod">
          <ac:chgData name="Sagar Metri" userId="234d8621b5818de3" providerId="LiveId" clId="{F25A7751-092C-4F1A-B5F8-1B03588692BE}" dt="2026-09-05T13:02:07.178" v="290" actId="1037"/>
          <ac:spMkLst>
            <pc:docMk/>
            <pc:sldMk cId="236993089" sldId="261"/>
            <ac:spMk id="23" creationId="{CC5FEC59-D675-0DF1-5B2B-FD8024ED6FF0}"/>
          </ac:spMkLst>
        </pc:spChg>
        <pc:spChg chg="add mod">
          <ac:chgData name="Sagar Metri" userId="234d8621b5818de3" providerId="LiveId" clId="{F25A7751-092C-4F1A-B5F8-1B03588692BE}" dt="2026-09-10T13:08:10.904" v="1972" actId="1035"/>
          <ac:spMkLst>
            <pc:docMk/>
            <pc:sldMk cId="236993089" sldId="261"/>
            <ac:spMk id="24" creationId="{0500E562-FE2D-DB0E-35AA-5A1B2C89A69E}"/>
          </ac:spMkLst>
        </pc:spChg>
        <pc:spChg chg="add mod">
          <ac:chgData name="Sagar Metri" userId="234d8621b5818de3" providerId="LiveId" clId="{F25A7751-092C-4F1A-B5F8-1B03588692BE}" dt="2026-09-10T13:08:10.904" v="1972" actId="1035"/>
          <ac:spMkLst>
            <pc:docMk/>
            <pc:sldMk cId="236993089" sldId="261"/>
            <ac:spMk id="30" creationId="{82A345E9-7F72-6F2C-D2F3-684E83BECDF4}"/>
          </ac:spMkLst>
        </pc:spChg>
        <pc:spChg chg="del">
          <ac:chgData name="Sagar Metri" userId="234d8621b5818de3" providerId="LiveId" clId="{F25A7751-092C-4F1A-B5F8-1B03588692BE}" dt="2026-09-10T11:22:49.989" v="1170" actId="478"/>
          <ac:spMkLst>
            <pc:docMk/>
            <pc:sldMk cId="236993089" sldId="261"/>
            <ac:spMk id="31" creationId="{96222383-4C8F-3029-0B83-91D6E65195CB}"/>
          </ac:spMkLst>
        </pc:spChg>
        <pc:spChg chg="add mod">
          <ac:chgData name="Sagar Metri" userId="234d8621b5818de3" providerId="LiveId" clId="{F25A7751-092C-4F1A-B5F8-1B03588692BE}" dt="2026-09-10T13:08:10.904" v="1972" actId="1035"/>
          <ac:spMkLst>
            <pc:docMk/>
            <pc:sldMk cId="236993089" sldId="261"/>
            <ac:spMk id="32" creationId="{650FAFB0-53A3-A6CA-3C70-8E88144CDC23}"/>
          </ac:spMkLst>
        </pc:spChg>
        <pc:spChg chg="add mod">
          <ac:chgData name="Sagar Metri" userId="234d8621b5818de3" providerId="LiveId" clId="{F25A7751-092C-4F1A-B5F8-1B03588692BE}" dt="2026-09-10T13:08:10.904" v="1972" actId="1035"/>
          <ac:spMkLst>
            <pc:docMk/>
            <pc:sldMk cId="236993089" sldId="261"/>
            <ac:spMk id="34" creationId="{A6A9C8EB-B369-154B-7F84-EF89464B982F}"/>
          </ac:spMkLst>
        </pc:spChg>
        <pc:spChg chg="del">
          <ac:chgData name="Sagar Metri" userId="234d8621b5818de3" providerId="LiveId" clId="{F25A7751-092C-4F1A-B5F8-1B03588692BE}" dt="2026-09-10T11:23:17.404" v="1174" actId="478"/>
          <ac:spMkLst>
            <pc:docMk/>
            <pc:sldMk cId="236993089" sldId="261"/>
            <ac:spMk id="35" creationId="{E3BBB093-E9ED-DF7F-3FA7-EBBFDD36DFE7}"/>
          </ac:spMkLst>
        </pc:spChg>
        <pc:spChg chg="mod">
          <ac:chgData name="Sagar Metri" userId="234d8621b5818de3" providerId="LiveId" clId="{F25A7751-092C-4F1A-B5F8-1B03588692BE}" dt="2026-09-10T13:07:45.135" v="1944" actId="1035"/>
          <ac:spMkLst>
            <pc:docMk/>
            <pc:sldMk cId="236993089" sldId="261"/>
            <ac:spMk id="40" creationId="{C8C2BD3B-F96C-66F7-8285-8571E9730694}"/>
          </ac:spMkLst>
        </pc:spChg>
        <pc:spChg chg="add mod">
          <ac:chgData name="Sagar Metri" userId="234d8621b5818de3" providerId="LiveId" clId="{F25A7751-092C-4F1A-B5F8-1B03588692BE}" dt="2026-09-10T13:08:10.904" v="1972" actId="1035"/>
          <ac:spMkLst>
            <pc:docMk/>
            <pc:sldMk cId="236993089" sldId="261"/>
            <ac:spMk id="41" creationId="{529B6AC8-9016-B879-48EA-496B807BA3F4}"/>
          </ac:spMkLst>
        </pc:spChg>
        <pc:spChg chg="mod">
          <ac:chgData name="Sagar Metri" userId="234d8621b5818de3" providerId="LiveId" clId="{F25A7751-092C-4F1A-B5F8-1B03588692BE}" dt="2026-09-10T13:07:45.135" v="1944" actId="1035"/>
          <ac:spMkLst>
            <pc:docMk/>
            <pc:sldMk cId="236993089" sldId="261"/>
            <ac:spMk id="43" creationId="{F4EBFE26-AD58-F7F2-58D5-0CFB584AE8B8}"/>
          </ac:spMkLst>
        </pc:spChg>
        <pc:spChg chg="mod">
          <ac:chgData name="Sagar Metri" userId="234d8621b5818de3" providerId="LiveId" clId="{F25A7751-092C-4F1A-B5F8-1B03588692BE}" dt="2026-09-05T13:23:34.168" v="564" actId="207"/>
          <ac:spMkLst>
            <pc:docMk/>
            <pc:sldMk cId="236993089" sldId="261"/>
            <ac:spMk id="44" creationId="{E6E4D003-A50A-747D-D446-44014D25570A}"/>
          </ac:spMkLst>
        </pc:spChg>
        <pc:spChg chg="mod">
          <ac:chgData name="Sagar Metri" userId="234d8621b5818de3" providerId="LiveId" clId="{F25A7751-092C-4F1A-B5F8-1B03588692BE}" dt="2026-09-10T13:07:45.135" v="1944" actId="1035"/>
          <ac:spMkLst>
            <pc:docMk/>
            <pc:sldMk cId="236993089" sldId="261"/>
            <ac:spMk id="51" creationId="{6E2BDBE1-B818-531C-4A1D-FC2B420DA128}"/>
          </ac:spMkLst>
        </pc:spChg>
        <pc:spChg chg="del">
          <ac:chgData name="Sagar Metri" userId="234d8621b5818de3" providerId="LiveId" clId="{F25A7751-092C-4F1A-B5F8-1B03588692BE}" dt="2026-09-10T11:23:17.404" v="1174" actId="478"/>
          <ac:spMkLst>
            <pc:docMk/>
            <pc:sldMk cId="236993089" sldId="261"/>
            <ac:spMk id="55" creationId="{64FFB3F9-E367-1F41-CD24-C439E83BFA58}"/>
          </ac:spMkLst>
        </pc:spChg>
        <pc:spChg chg="mod">
          <ac:chgData name="Sagar Metri" userId="234d8621b5818de3" providerId="LiveId" clId="{F25A7751-092C-4F1A-B5F8-1B03588692BE}" dt="2026-09-10T13:07:45.135" v="1944" actId="1035"/>
          <ac:spMkLst>
            <pc:docMk/>
            <pc:sldMk cId="236993089" sldId="261"/>
            <ac:spMk id="56" creationId="{1C09F869-DD3B-C051-BA2B-051772180A52}"/>
          </ac:spMkLst>
        </pc:spChg>
        <pc:spChg chg="mod">
          <ac:chgData name="Sagar Metri" userId="234d8621b5818de3" providerId="LiveId" clId="{F25A7751-092C-4F1A-B5F8-1B03588692BE}" dt="2026-09-10T13:07:45.135" v="1944" actId="1035"/>
          <ac:spMkLst>
            <pc:docMk/>
            <pc:sldMk cId="236993089" sldId="261"/>
            <ac:spMk id="62" creationId="{C046E67E-E9DE-29DD-B7F2-EBC950A9AF78}"/>
          </ac:spMkLst>
        </pc:spChg>
        <pc:spChg chg="del">
          <ac:chgData name="Sagar Metri" userId="234d8621b5818de3" providerId="LiveId" clId="{F25A7751-092C-4F1A-B5F8-1B03588692BE}" dt="2026-09-10T11:23:17.404" v="1174" actId="478"/>
          <ac:spMkLst>
            <pc:docMk/>
            <pc:sldMk cId="236993089" sldId="261"/>
            <ac:spMk id="67" creationId="{4BF07A5C-DD1A-F4CF-E3A4-BF1F74F065B9}"/>
          </ac:spMkLst>
        </pc:spChg>
        <pc:spChg chg="del">
          <ac:chgData name="Sagar Metri" userId="234d8621b5818de3" providerId="LiveId" clId="{F25A7751-092C-4F1A-B5F8-1B03588692BE}" dt="2026-09-10T11:23:17.404" v="1174" actId="478"/>
          <ac:spMkLst>
            <pc:docMk/>
            <pc:sldMk cId="236993089" sldId="261"/>
            <ac:spMk id="72" creationId="{DDDFA56D-F363-ADEF-49E3-BC80CCCA6674}"/>
          </ac:spMkLst>
        </pc:spChg>
        <pc:spChg chg="add mod">
          <ac:chgData name="Sagar Metri" userId="234d8621b5818de3" providerId="LiveId" clId="{F25A7751-092C-4F1A-B5F8-1B03588692BE}" dt="2026-09-10T13:08:10.904" v="1972" actId="1035"/>
          <ac:spMkLst>
            <pc:docMk/>
            <pc:sldMk cId="236993089" sldId="261"/>
            <ac:spMk id="79" creationId="{6B8BA773-01EF-3C3E-FDFC-FCC9D7968A40}"/>
          </ac:spMkLst>
        </pc:spChg>
        <pc:spChg chg="del">
          <ac:chgData name="Sagar Metri" userId="234d8621b5818de3" providerId="LiveId" clId="{F25A7751-092C-4F1A-B5F8-1B03588692BE}" dt="2026-09-10T11:23:17.404" v="1174" actId="478"/>
          <ac:spMkLst>
            <pc:docMk/>
            <pc:sldMk cId="236993089" sldId="261"/>
            <ac:spMk id="81" creationId="{902D6DDF-BC77-1E38-34CD-CA65D60A6FFA}"/>
          </ac:spMkLst>
        </pc:spChg>
        <pc:spChg chg="del">
          <ac:chgData name="Sagar Metri" userId="234d8621b5818de3" providerId="LiveId" clId="{F25A7751-092C-4F1A-B5F8-1B03588692BE}" dt="2026-09-10T11:23:17.404" v="1174" actId="478"/>
          <ac:spMkLst>
            <pc:docMk/>
            <pc:sldMk cId="236993089" sldId="261"/>
            <ac:spMk id="83" creationId="{15843325-1647-9294-081E-526E932BC065}"/>
          </ac:spMkLst>
        </pc:spChg>
        <pc:spChg chg="mod">
          <ac:chgData name="Sagar Metri" userId="234d8621b5818de3" providerId="LiveId" clId="{F25A7751-092C-4F1A-B5F8-1B03588692BE}" dt="2026-09-05T13:05:39.540" v="347" actId="20577"/>
          <ac:spMkLst>
            <pc:docMk/>
            <pc:sldMk cId="236993089" sldId="261"/>
            <ac:spMk id="88" creationId="{163C569A-26AB-5A3B-0EE5-938B93DC7F71}"/>
          </ac:spMkLst>
        </pc:spChg>
        <pc:spChg chg="add mod">
          <ac:chgData name="Sagar Metri" userId="234d8621b5818de3" providerId="LiveId" clId="{F25A7751-092C-4F1A-B5F8-1B03588692BE}" dt="2026-09-10T13:08:10.904" v="1972" actId="1035"/>
          <ac:spMkLst>
            <pc:docMk/>
            <pc:sldMk cId="236993089" sldId="261"/>
            <ac:spMk id="94" creationId="{ADB28076-A8D4-9D1D-B328-8A3873B3744D}"/>
          </ac:spMkLst>
        </pc:spChg>
        <pc:spChg chg="del">
          <ac:chgData name="Sagar Metri" userId="234d8621b5818de3" providerId="LiveId" clId="{F25A7751-092C-4F1A-B5F8-1B03588692BE}" dt="2026-09-10T11:23:17.404" v="1174" actId="478"/>
          <ac:spMkLst>
            <pc:docMk/>
            <pc:sldMk cId="236993089" sldId="261"/>
            <ac:spMk id="95" creationId="{87AA966D-B043-ABAB-54DC-B65A9032AFB4}"/>
          </ac:spMkLst>
        </pc:spChg>
        <pc:spChg chg="mod">
          <ac:chgData name="Sagar Metri" userId="234d8621b5818de3" providerId="LiveId" clId="{F25A7751-092C-4F1A-B5F8-1B03588692BE}" dt="2026-09-05T13:05:09.033" v="342" actId="1035"/>
          <ac:spMkLst>
            <pc:docMk/>
            <pc:sldMk cId="236993089" sldId="261"/>
            <ac:spMk id="100" creationId="{ABD577CF-0108-622E-8425-AFC68EACFFDE}"/>
          </ac:spMkLst>
        </pc:spChg>
        <pc:spChg chg="del mod">
          <ac:chgData name="Sagar Metri" userId="234d8621b5818de3" providerId="LiveId" clId="{F25A7751-092C-4F1A-B5F8-1B03588692BE}" dt="2026-09-10T11:23:17.404" v="1174" actId="478"/>
          <ac:spMkLst>
            <pc:docMk/>
            <pc:sldMk cId="236993089" sldId="261"/>
            <ac:spMk id="102" creationId="{3D53A8C1-6265-5DEB-C4B6-C07DC022BA4D}"/>
          </ac:spMkLst>
        </pc:spChg>
        <pc:spChg chg="add mod">
          <ac:chgData name="Sagar Metri" userId="234d8621b5818de3" providerId="LiveId" clId="{F25A7751-092C-4F1A-B5F8-1B03588692BE}" dt="2026-09-10T13:08:10.904" v="1972" actId="1035"/>
          <ac:spMkLst>
            <pc:docMk/>
            <pc:sldMk cId="236993089" sldId="261"/>
            <ac:spMk id="103" creationId="{EA6D3660-FB71-DF19-6A45-3CB362E5D4FC}"/>
          </ac:spMkLst>
        </pc:spChg>
        <pc:spChg chg="add mod">
          <ac:chgData name="Sagar Metri" userId="234d8621b5818de3" providerId="LiveId" clId="{F25A7751-092C-4F1A-B5F8-1B03588692BE}" dt="2026-09-10T13:08:10.904" v="1972" actId="1035"/>
          <ac:spMkLst>
            <pc:docMk/>
            <pc:sldMk cId="236993089" sldId="261"/>
            <ac:spMk id="110" creationId="{4B1132D8-9D2C-610E-D900-954E81A34BEA}"/>
          </ac:spMkLst>
        </pc:spChg>
        <pc:spChg chg="del">
          <ac:chgData name="Sagar Metri" userId="234d8621b5818de3" providerId="LiveId" clId="{F25A7751-092C-4F1A-B5F8-1B03588692BE}" dt="2026-09-10T11:23:17.404" v="1174" actId="478"/>
          <ac:spMkLst>
            <pc:docMk/>
            <pc:sldMk cId="236993089" sldId="261"/>
            <ac:spMk id="125" creationId="{D9465863-4926-793F-D673-9680790EFD61}"/>
          </ac:spMkLst>
        </pc:spChg>
        <pc:spChg chg="del">
          <ac:chgData name="Sagar Metri" userId="234d8621b5818de3" providerId="LiveId" clId="{F25A7751-092C-4F1A-B5F8-1B03588692BE}" dt="2026-09-10T11:23:17.404" v="1174" actId="478"/>
          <ac:spMkLst>
            <pc:docMk/>
            <pc:sldMk cId="236993089" sldId="261"/>
            <ac:spMk id="128" creationId="{3610F13F-7DE5-4E4E-9AB9-CE3B310B0C88}"/>
          </ac:spMkLst>
        </pc:spChg>
        <pc:spChg chg="add del mod">
          <ac:chgData name="Sagar Metri" userId="234d8621b5818de3" providerId="LiveId" clId="{F25A7751-092C-4F1A-B5F8-1B03588692BE}" dt="2026-09-10T13:08:29.400" v="1974" actId="478"/>
          <ac:spMkLst>
            <pc:docMk/>
            <pc:sldMk cId="236993089" sldId="261"/>
            <ac:spMk id="133" creationId="{2E1DCC7C-1EB5-B7FB-73B2-1A20674A6B1F}"/>
          </ac:spMkLst>
        </pc:spChg>
        <pc:spChg chg="add mod">
          <ac:chgData name="Sagar Metri" userId="234d8621b5818de3" providerId="LiveId" clId="{F25A7751-092C-4F1A-B5F8-1B03588692BE}" dt="2026-09-10T13:04:42.679" v="1830"/>
          <ac:spMkLst>
            <pc:docMk/>
            <pc:sldMk cId="236993089" sldId="261"/>
            <ac:spMk id="142" creationId="{69209B72-0BBA-5392-CF6F-704F4AC8ABA4}"/>
          </ac:spMkLst>
        </pc:spChg>
        <pc:spChg chg="add mod">
          <ac:chgData name="Sagar Metri" userId="234d8621b5818de3" providerId="LiveId" clId="{F25A7751-092C-4F1A-B5F8-1B03588692BE}" dt="2026-09-10T13:04:42.679" v="1830"/>
          <ac:spMkLst>
            <pc:docMk/>
            <pc:sldMk cId="236993089" sldId="261"/>
            <ac:spMk id="143" creationId="{BEB8D6A2-61E6-8520-4C3E-C28D5028D54E}"/>
          </ac:spMkLst>
        </pc:spChg>
        <pc:spChg chg="add mod">
          <ac:chgData name="Sagar Metri" userId="234d8621b5818de3" providerId="LiveId" clId="{F25A7751-092C-4F1A-B5F8-1B03588692BE}" dt="2026-09-10T13:04:42.679" v="1830"/>
          <ac:spMkLst>
            <pc:docMk/>
            <pc:sldMk cId="236993089" sldId="261"/>
            <ac:spMk id="144" creationId="{98D6642C-E0A9-B437-EACE-B93EB9C56210}"/>
          </ac:spMkLst>
        </pc:spChg>
        <pc:spChg chg="del">
          <ac:chgData name="Sagar Metri" userId="234d8621b5818de3" providerId="LiveId" clId="{F25A7751-092C-4F1A-B5F8-1B03588692BE}" dt="2026-09-10T11:22:43.333" v="1165" actId="478"/>
          <ac:spMkLst>
            <pc:docMk/>
            <pc:sldMk cId="236993089" sldId="261"/>
            <ac:spMk id="148" creationId="{6E9611F1-495D-EAEC-6939-816E61749008}"/>
          </ac:spMkLst>
        </pc:spChg>
        <pc:spChg chg="del mod">
          <ac:chgData name="Sagar Metri" userId="234d8621b5818de3" providerId="LiveId" clId="{F25A7751-092C-4F1A-B5F8-1B03588692BE}" dt="2026-09-10T11:22:46.497" v="1167" actId="478"/>
          <ac:spMkLst>
            <pc:docMk/>
            <pc:sldMk cId="236993089" sldId="261"/>
            <ac:spMk id="149" creationId="{64F6408F-166C-E6BD-ADDA-97794441757E}"/>
          </ac:spMkLst>
        </pc:spChg>
        <pc:spChg chg="del mod">
          <ac:chgData name="Sagar Metri" userId="234d8621b5818de3" providerId="LiveId" clId="{F25A7751-092C-4F1A-B5F8-1B03588692BE}" dt="2026-09-10T11:22:47.596" v="1169" actId="478"/>
          <ac:spMkLst>
            <pc:docMk/>
            <pc:sldMk cId="236993089" sldId="261"/>
            <ac:spMk id="151" creationId="{D535AD34-4278-0D08-6E8E-35B064B442EA}"/>
          </ac:spMkLst>
        </pc:spChg>
        <pc:spChg chg="mod">
          <ac:chgData name="Sagar Metri" userId="234d8621b5818de3" providerId="LiveId" clId="{F25A7751-092C-4F1A-B5F8-1B03588692BE}" dt="2026-09-05T13:22:50.160" v="560" actId="14100"/>
          <ac:spMkLst>
            <pc:docMk/>
            <pc:sldMk cId="236993089" sldId="261"/>
            <ac:spMk id="154" creationId="{05228169-8A43-3BBB-7A28-FC8D41D15A93}"/>
          </ac:spMkLst>
        </pc:spChg>
        <pc:spChg chg="add mod">
          <ac:chgData name="Sagar Metri" userId="234d8621b5818de3" providerId="LiveId" clId="{F25A7751-092C-4F1A-B5F8-1B03588692BE}" dt="2026-09-10T13:04:42.679" v="1830"/>
          <ac:spMkLst>
            <pc:docMk/>
            <pc:sldMk cId="236993089" sldId="261"/>
            <ac:spMk id="159" creationId="{ECB07B68-11E9-83C3-A3EF-274B671A8F62}"/>
          </ac:spMkLst>
        </pc:spChg>
        <pc:spChg chg="add mod">
          <ac:chgData name="Sagar Metri" userId="234d8621b5818de3" providerId="LiveId" clId="{F25A7751-092C-4F1A-B5F8-1B03588692BE}" dt="2026-09-10T13:04:42.679" v="1830"/>
          <ac:spMkLst>
            <pc:docMk/>
            <pc:sldMk cId="236993089" sldId="261"/>
            <ac:spMk id="160" creationId="{73D89C1A-60BD-8F72-3A7B-7F7AD53E5E92}"/>
          </ac:spMkLst>
        </pc:spChg>
        <pc:spChg chg="add mod">
          <ac:chgData name="Sagar Metri" userId="234d8621b5818de3" providerId="LiveId" clId="{F25A7751-092C-4F1A-B5F8-1B03588692BE}" dt="2026-09-10T13:04:42.679" v="1830"/>
          <ac:spMkLst>
            <pc:docMk/>
            <pc:sldMk cId="236993089" sldId="261"/>
            <ac:spMk id="168" creationId="{C85B9DB7-2E20-7E2D-3C72-D3D2F7CD2AFC}"/>
          </ac:spMkLst>
        </pc:spChg>
        <pc:spChg chg="add mod">
          <ac:chgData name="Sagar Metri" userId="234d8621b5818de3" providerId="LiveId" clId="{F25A7751-092C-4F1A-B5F8-1B03588692BE}" dt="2026-09-10T13:04:42.679" v="1830"/>
          <ac:spMkLst>
            <pc:docMk/>
            <pc:sldMk cId="236993089" sldId="261"/>
            <ac:spMk id="172" creationId="{3BBEADBF-B77B-0A63-ED22-CD0E8CAC2D45}"/>
          </ac:spMkLst>
        </pc:spChg>
        <pc:spChg chg="add mod">
          <ac:chgData name="Sagar Metri" userId="234d8621b5818de3" providerId="LiveId" clId="{F25A7751-092C-4F1A-B5F8-1B03588692BE}" dt="2026-09-10T13:04:42.679" v="1830"/>
          <ac:spMkLst>
            <pc:docMk/>
            <pc:sldMk cId="236993089" sldId="261"/>
            <ac:spMk id="174" creationId="{7411A62A-88D1-E139-F03E-92F65237E126}"/>
          </ac:spMkLst>
        </pc:spChg>
        <pc:spChg chg="add mod">
          <ac:chgData name="Sagar Metri" userId="234d8621b5818de3" providerId="LiveId" clId="{F25A7751-092C-4F1A-B5F8-1B03588692BE}" dt="2026-09-10T13:04:42.679" v="1830"/>
          <ac:spMkLst>
            <pc:docMk/>
            <pc:sldMk cId="236993089" sldId="261"/>
            <ac:spMk id="177" creationId="{A3D71D9B-6A79-66AE-9503-5F9CE6DB986F}"/>
          </ac:spMkLst>
        </pc:spChg>
        <pc:spChg chg="add mod">
          <ac:chgData name="Sagar Metri" userId="234d8621b5818de3" providerId="LiveId" clId="{F25A7751-092C-4F1A-B5F8-1B03588692BE}" dt="2026-09-10T13:04:42.679" v="1830"/>
          <ac:spMkLst>
            <pc:docMk/>
            <pc:sldMk cId="236993089" sldId="261"/>
            <ac:spMk id="183" creationId="{BBBCD2A6-BB55-3F95-1504-52165B17E77E}"/>
          </ac:spMkLst>
        </pc:spChg>
        <pc:grpChg chg="mod">
          <ac:chgData name="Sagar Metri" userId="234d8621b5818de3" providerId="LiveId" clId="{F25A7751-092C-4F1A-B5F8-1B03588692BE}" dt="2026-09-10T11:24:34.829" v="1223" actId="1035"/>
          <ac:grpSpMkLst>
            <pc:docMk/>
            <pc:sldMk cId="236993089" sldId="261"/>
            <ac:grpSpMk id="36" creationId="{AFC7461F-6328-CBBE-68D7-699135CA4853}"/>
          </ac:grpSpMkLst>
        </pc:grpChg>
        <pc:graphicFrameChg chg="del">
          <ac:chgData name="Sagar Metri" userId="234d8621b5818de3" providerId="LiveId" clId="{F25A7751-092C-4F1A-B5F8-1B03588692BE}" dt="2026-09-10T11:22:52.760" v="1171" actId="478"/>
          <ac:graphicFrameMkLst>
            <pc:docMk/>
            <pc:sldMk cId="236993089" sldId="261"/>
            <ac:graphicFrameMk id="29" creationId="{CD2C2DA6-E111-C942-0F85-4EA2E6E9B931}"/>
          </ac:graphicFrameMkLst>
        </pc:graphicFrameChg>
        <pc:graphicFrameChg chg="modGraphic">
          <ac:chgData name="Sagar Metri" userId="234d8621b5818de3" providerId="LiveId" clId="{F25A7751-092C-4F1A-B5F8-1B03588692BE}" dt="2026-09-05T13:01:42.080" v="271" actId="20577"/>
          <ac:graphicFrameMkLst>
            <pc:docMk/>
            <pc:sldMk cId="236993089" sldId="261"/>
            <ac:graphicFrameMk id="39" creationId="{CF6CF264-4E9D-1952-EF24-6623FA9CBD97}"/>
          </ac:graphicFrameMkLst>
        </pc:graphicFrameChg>
        <pc:graphicFrameChg chg="add del mod modGraphic">
          <ac:chgData name="Sagar Metri" userId="234d8621b5818de3" providerId="LiveId" clId="{F25A7751-092C-4F1A-B5F8-1B03588692BE}" dt="2026-09-10T13:12:13.952" v="2000" actId="14100"/>
          <ac:graphicFrameMkLst>
            <pc:docMk/>
            <pc:sldMk cId="236993089" sldId="261"/>
            <ac:graphicFrameMk id="130" creationId="{67B85D8E-902F-82F1-EBD8-5BED003DCE25}"/>
          </ac:graphicFrameMkLst>
        </pc:graphicFrameChg>
        <pc:picChg chg="mod">
          <ac:chgData name="Sagar Metri" userId="234d8621b5818de3" providerId="LiveId" clId="{F25A7751-092C-4F1A-B5F8-1B03588692BE}" dt="2026-09-05T12:59:58.090" v="216" actId="1037"/>
          <ac:picMkLst>
            <pc:docMk/>
            <pc:sldMk cId="236993089" sldId="261"/>
            <ac:picMk id="8" creationId="{3527EE19-BE2A-ACEB-DD01-5547AF211E87}"/>
          </ac:picMkLst>
        </pc:picChg>
        <pc:picChg chg="add">
          <ac:chgData name="Sagar Metri" userId="234d8621b5818de3" providerId="LiveId" clId="{F25A7751-092C-4F1A-B5F8-1B03588692BE}" dt="2026-09-05T12:59:13.943" v="188" actId="22"/>
          <ac:picMkLst>
            <pc:docMk/>
            <pc:sldMk cId="236993089" sldId="261"/>
            <ac:picMk id="9" creationId="{84925F75-E5DE-7F0C-CD34-80AAD570D6DA}"/>
          </ac:picMkLst>
        </pc:picChg>
        <pc:picChg chg="mod">
          <ac:chgData name="Sagar Metri" userId="234d8621b5818de3" providerId="LiveId" clId="{F25A7751-092C-4F1A-B5F8-1B03588692BE}" dt="2026-09-05T13:01:59.969" v="287" actId="1037"/>
          <ac:picMkLst>
            <pc:docMk/>
            <pc:sldMk cId="236993089" sldId="261"/>
            <ac:picMk id="11" creationId="{06977CE1-0F58-1701-6452-84D52037336A}"/>
          </ac:picMkLst>
        </pc:picChg>
        <pc:picChg chg="add">
          <ac:chgData name="Sagar Metri" userId="234d8621b5818de3" providerId="LiveId" clId="{F25A7751-092C-4F1A-B5F8-1B03588692BE}" dt="2026-09-05T12:59:13.943" v="188" actId="22"/>
          <ac:picMkLst>
            <pc:docMk/>
            <pc:sldMk cId="236993089" sldId="261"/>
            <ac:picMk id="14" creationId="{AFA8CC97-A30C-4EA7-FC7D-CF9A4224BB52}"/>
          </ac:picMkLst>
        </pc:picChg>
        <pc:picChg chg="mod">
          <ac:chgData name="Sagar Metri" userId="234d8621b5818de3" providerId="LiveId" clId="{F25A7751-092C-4F1A-B5F8-1B03588692BE}" dt="2026-09-05T13:02:44.898" v="318" actId="1037"/>
          <ac:picMkLst>
            <pc:docMk/>
            <pc:sldMk cId="236993089" sldId="261"/>
            <ac:picMk id="15" creationId="{8EC25E55-0F47-02B3-1819-2936B0E56E6A}"/>
          </ac:picMkLst>
        </pc:picChg>
        <pc:picChg chg="mod">
          <ac:chgData name="Sagar Metri" userId="234d8621b5818de3" providerId="LiveId" clId="{F25A7751-092C-4F1A-B5F8-1B03588692BE}" dt="2026-09-10T13:07:45.135" v="1944" actId="1035"/>
          <ac:picMkLst>
            <pc:docMk/>
            <pc:sldMk cId="236993089" sldId="261"/>
            <ac:picMk id="53" creationId="{AC73A8E8-32C2-2566-1CF3-A05C603A713E}"/>
          </ac:picMkLst>
        </pc:picChg>
        <pc:picChg chg="mod">
          <ac:chgData name="Sagar Metri" userId="234d8621b5818de3" providerId="LiveId" clId="{F25A7751-092C-4F1A-B5F8-1B03588692BE}" dt="2026-09-10T13:07:45.135" v="1944" actId="1035"/>
          <ac:picMkLst>
            <pc:docMk/>
            <pc:sldMk cId="236993089" sldId="261"/>
            <ac:picMk id="58" creationId="{FAF3481E-F52D-6773-0339-A4FFB802A80B}"/>
          </ac:picMkLst>
        </pc:picChg>
        <pc:picChg chg="mod">
          <ac:chgData name="Sagar Metri" userId="234d8621b5818de3" providerId="LiveId" clId="{F25A7751-092C-4F1A-B5F8-1B03588692BE}" dt="2026-09-10T13:07:45.135" v="1944" actId="1035"/>
          <ac:picMkLst>
            <pc:docMk/>
            <pc:sldMk cId="236993089" sldId="261"/>
            <ac:picMk id="141" creationId="{D50170C7-691B-8A23-C19D-45C4ADCAF01B}"/>
          </ac:picMkLst>
        </pc:picChg>
        <pc:cxnChg chg="mod">
          <ac:chgData name="Sagar Metri" userId="234d8621b5818de3" providerId="LiveId" clId="{F25A7751-092C-4F1A-B5F8-1B03588692BE}" dt="2026-09-05T13:03:17.157" v="320" actId="14100"/>
          <ac:cxnSpMkLst>
            <pc:docMk/>
            <pc:sldMk cId="236993089" sldId="261"/>
            <ac:cxnSpMk id="2" creationId="{4ECAA12A-DE78-7582-AD2D-57F251F058B5}"/>
          </ac:cxnSpMkLst>
        </pc:cxnChg>
        <pc:cxnChg chg="del">
          <ac:chgData name="Sagar Metri" userId="234d8621b5818de3" providerId="LiveId" clId="{F25A7751-092C-4F1A-B5F8-1B03588692BE}" dt="2026-09-10T11:22:56.970" v="1172" actId="478"/>
          <ac:cxnSpMkLst>
            <pc:docMk/>
            <pc:sldMk cId="236993089" sldId="261"/>
            <ac:cxnSpMk id="22" creationId="{88EC3145-5BF0-62A6-BD0F-16A8A2DE7736}"/>
          </ac:cxnSpMkLst>
        </pc:cxnChg>
        <pc:cxnChg chg="del">
          <ac:chgData name="Sagar Metri" userId="234d8621b5818de3" providerId="LiveId" clId="{F25A7751-092C-4F1A-B5F8-1B03588692BE}" dt="2026-09-10T11:22:56.970" v="1172" actId="478"/>
          <ac:cxnSpMkLst>
            <pc:docMk/>
            <pc:sldMk cId="236993089" sldId="261"/>
            <ac:cxnSpMk id="26" creationId="{F0B4843D-9E9B-573D-21B3-22A2052BE6BE}"/>
          </ac:cxnSpMkLst>
        </pc:cxnChg>
        <pc:cxnChg chg="mod">
          <ac:chgData name="Sagar Metri" userId="234d8621b5818de3" providerId="LiveId" clId="{F25A7751-092C-4F1A-B5F8-1B03588692BE}" dt="2026-09-10T13:08:02.169" v="1959" actId="1036"/>
          <ac:cxnSpMkLst>
            <pc:docMk/>
            <pc:sldMk cId="236993089" sldId="261"/>
            <ac:cxnSpMk id="45" creationId="{8B8FB341-AA23-A2B2-ED38-D2297AF8B7B6}"/>
          </ac:cxnSpMkLst>
        </pc:cxnChg>
        <pc:cxnChg chg="mod">
          <ac:chgData name="Sagar Metri" userId="234d8621b5818de3" providerId="LiveId" clId="{F25A7751-092C-4F1A-B5F8-1B03588692BE}" dt="2026-09-10T13:08:02.169" v="1959" actId="1036"/>
          <ac:cxnSpMkLst>
            <pc:docMk/>
            <pc:sldMk cId="236993089" sldId="261"/>
            <ac:cxnSpMk id="48" creationId="{DA378E18-BB40-4F13-5AFA-BD2DCB9AD34E}"/>
          </ac:cxnSpMkLst>
        </pc:cxnChg>
        <pc:cxnChg chg="mod">
          <ac:chgData name="Sagar Metri" userId="234d8621b5818de3" providerId="LiveId" clId="{F25A7751-092C-4F1A-B5F8-1B03588692BE}" dt="2026-09-10T13:08:02.169" v="1959" actId="1036"/>
          <ac:cxnSpMkLst>
            <pc:docMk/>
            <pc:sldMk cId="236993089" sldId="261"/>
            <ac:cxnSpMk id="49" creationId="{C4BD319D-1DF2-AF83-26C6-05C1A6E293B1}"/>
          </ac:cxnSpMkLst>
        </pc:cxnChg>
        <pc:cxnChg chg="del">
          <ac:chgData name="Sagar Metri" userId="234d8621b5818de3" providerId="LiveId" clId="{F25A7751-092C-4F1A-B5F8-1B03588692BE}" dt="2026-09-10T11:23:48.287" v="1176" actId="478"/>
          <ac:cxnSpMkLst>
            <pc:docMk/>
            <pc:sldMk cId="236993089" sldId="261"/>
            <ac:cxnSpMk id="134" creationId="{B3431E2F-5A45-2C1F-F782-2ED1ED384C59}"/>
          </ac:cxnSpMkLst>
        </pc:cxnChg>
        <pc:cxnChg chg="del">
          <ac:chgData name="Sagar Metri" userId="234d8621b5818de3" providerId="LiveId" clId="{F25A7751-092C-4F1A-B5F8-1B03588692BE}" dt="2026-09-10T11:22:49.989" v="1170" actId="478"/>
          <ac:cxnSpMkLst>
            <pc:docMk/>
            <pc:sldMk cId="236993089" sldId="261"/>
            <ac:cxnSpMk id="135" creationId="{1269DF81-4B28-078C-BDF2-A2FB943DC80E}"/>
          </ac:cxnSpMkLst>
        </pc:cxnChg>
        <pc:cxnChg chg="del">
          <ac:chgData name="Sagar Metri" userId="234d8621b5818de3" providerId="LiveId" clId="{F25A7751-092C-4F1A-B5F8-1B03588692BE}" dt="2026-09-10T11:23:46.310" v="1175" actId="478"/>
          <ac:cxnSpMkLst>
            <pc:docMk/>
            <pc:sldMk cId="236993089" sldId="261"/>
            <ac:cxnSpMk id="136" creationId="{E1C64B32-3B19-EE3C-05F3-7F3B718083D8}"/>
          </ac:cxnSpMkLst>
        </pc:cxnChg>
        <pc:cxnChg chg="del">
          <ac:chgData name="Sagar Metri" userId="234d8621b5818de3" providerId="LiveId" clId="{F25A7751-092C-4F1A-B5F8-1B03588692BE}" dt="2026-09-10T11:22:49.989" v="1170" actId="478"/>
          <ac:cxnSpMkLst>
            <pc:docMk/>
            <pc:sldMk cId="236993089" sldId="261"/>
            <ac:cxnSpMk id="137" creationId="{BBEBEA5A-6670-551F-F73D-A49EE2B3D8B7}"/>
          </ac:cxnSpMkLst>
        </pc:cxnChg>
        <pc:cxnChg chg="mod">
          <ac:chgData name="Sagar Metri" userId="234d8621b5818de3" providerId="LiveId" clId="{F25A7751-092C-4F1A-B5F8-1B03588692BE}" dt="2026-09-05T13:03:13.797" v="319" actId="14100"/>
          <ac:cxnSpMkLst>
            <pc:docMk/>
            <pc:sldMk cId="236993089" sldId="261"/>
            <ac:cxnSpMk id="156" creationId="{16F02205-2B9C-2421-42EA-A9F371908208}"/>
          </ac:cxnSpMkLst>
        </pc:cxnChg>
      </pc:sldChg>
      <pc:sldChg chg="addSp delSp modSp mod">
        <pc:chgData name="Sagar Metri" userId="234d8621b5818de3" providerId="LiveId" clId="{F25A7751-092C-4F1A-B5F8-1B03588692BE}" dt="2026-09-05T14:13:24.302" v="804" actId="962"/>
        <pc:sldMkLst>
          <pc:docMk/>
          <pc:sldMk cId="2415064253" sldId="262"/>
        </pc:sldMkLst>
        <pc:spChg chg="mod">
          <ac:chgData name="Sagar Metri" userId="234d8621b5818de3" providerId="LiveId" clId="{F25A7751-092C-4F1A-B5F8-1B03588692BE}" dt="2026-09-05T13:28:45.032" v="721" actId="1036"/>
          <ac:spMkLst>
            <pc:docMk/>
            <pc:sldMk cId="2415064253" sldId="262"/>
            <ac:spMk id="3" creationId="{D17C64E2-C238-3084-49B9-BC437ADBD26B}"/>
          </ac:spMkLst>
        </pc:spChg>
        <pc:spChg chg="add">
          <ac:chgData name="Sagar Metri" userId="234d8621b5818de3" providerId="LiveId" clId="{F25A7751-092C-4F1A-B5F8-1B03588692BE}" dt="2026-09-05T12:52:30.598" v="100" actId="22"/>
          <ac:spMkLst>
            <pc:docMk/>
            <pc:sldMk cId="2415064253" sldId="262"/>
            <ac:spMk id="5" creationId="{5B0D4DC7-23CE-6FD7-08AD-97CD0A223221}"/>
          </ac:spMkLst>
        </pc:spChg>
        <pc:spChg chg="mod">
          <ac:chgData name="Sagar Metri" userId="234d8621b5818de3" providerId="LiveId" clId="{F25A7751-092C-4F1A-B5F8-1B03588692BE}" dt="2026-09-05T12:52:49.450" v="132" actId="1036"/>
          <ac:spMkLst>
            <pc:docMk/>
            <pc:sldMk cId="2415064253" sldId="262"/>
            <ac:spMk id="13" creationId="{01A3BB51-1182-48B7-D927-3C67BA5AE320}"/>
          </ac:spMkLst>
        </pc:spChg>
        <pc:picChg chg="mod">
          <ac:chgData name="Sagar Metri" userId="234d8621b5818de3" providerId="LiveId" clId="{F25A7751-092C-4F1A-B5F8-1B03588692BE}" dt="2026-09-05T13:28:32.851" v="690" actId="1076"/>
          <ac:picMkLst>
            <pc:docMk/>
            <pc:sldMk cId="2415064253" sldId="262"/>
            <ac:picMk id="2" creationId="{B3D25E92-FB40-5F9B-562B-B89E6806B036}"/>
          </ac:picMkLst>
        </pc:picChg>
        <pc:picChg chg="add mod">
          <ac:chgData name="Sagar Metri" userId="234d8621b5818de3" providerId="LiveId" clId="{F25A7751-092C-4F1A-B5F8-1B03588692BE}" dt="2026-09-05T14:13:24.302" v="804" actId="962"/>
          <ac:picMkLst>
            <pc:docMk/>
            <pc:sldMk cId="2415064253" sldId="262"/>
            <ac:picMk id="6" creationId="{ED778DBF-ED2A-9870-D029-24C2EE41F458}"/>
          </ac:picMkLst>
        </pc:picChg>
        <pc:picChg chg="add del mod modCrop">
          <ac:chgData name="Sagar Metri" userId="234d8621b5818de3" providerId="LiveId" clId="{F25A7751-092C-4F1A-B5F8-1B03588692BE}" dt="2026-09-05T13:28:39.570" v="691" actId="1076"/>
          <ac:picMkLst>
            <pc:docMk/>
            <pc:sldMk cId="2415064253" sldId="262"/>
            <ac:picMk id="16" creationId="{96A281AC-DFCD-8801-3DAC-BD5F04AD633B}"/>
          </ac:picMkLst>
        </pc:picChg>
      </pc:sldChg>
      <pc:sldChg chg="addSp delSp mod">
        <pc:chgData name="Sagar Metri" userId="234d8621b5818de3" providerId="LiveId" clId="{F25A7751-092C-4F1A-B5F8-1B03588692BE}" dt="2026-09-05T12:53:12.107" v="134" actId="478"/>
        <pc:sldMkLst>
          <pc:docMk/>
          <pc:sldMk cId="1572890221" sldId="263"/>
        </pc:sldMkLst>
        <pc:spChg chg="add del">
          <ac:chgData name="Sagar Metri" userId="234d8621b5818de3" providerId="LiveId" clId="{F25A7751-092C-4F1A-B5F8-1B03588692BE}" dt="2026-09-05T12:53:12.107" v="134" actId="478"/>
          <ac:spMkLst>
            <pc:docMk/>
            <pc:sldMk cId="1572890221" sldId="263"/>
            <ac:spMk id="10" creationId="{B913A43E-F3B0-82EC-F89F-4F8CA22C4400}"/>
          </ac:spMkLst>
        </pc:spChg>
      </pc:sldChg>
      <pc:sldChg chg="addSp delSp modSp mod">
        <pc:chgData name="Sagar Metri" userId="234d8621b5818de3" providerId="LiveId" clId="{F25A7751-092C-4F1A-B5F8-1B03588692BE}" dt="2026-09-10T13:03:35.271" v="1827" actId="207"/>
        <pc:sldMkLst>
          <pc:docMk/>
          <pc:sldMk cId="2970269066" sldId="268"/>
        </pc:sldMkLst>
        <pc:spChg chg="add mod">
          <ac:chgData name="Sagar Metri" userId="234d8621b5818de3" providerId="LiveId" clId="{F25A7751-092C-4F1A-B5F8-1B03588692BE}" dt="2026-09-05T11:21:46.752" v="96" actId="1076"/>
          <ac:spMkLst>
            <pc:docMk/>
            <pc:sldMk cId="2970269066" sldId="268"/>
            <ac:spMk id="2" creationId="{5635D0D8-39E5-67E1-78B5-FD955F4C01CB}"/>
          </ac:spMkLst>
        </pc:spChg>
        <pc:spChg chg="add mod">
          <ac:chgData name="Sagar Metri" userId="234d8621b5818de3" providerId="LiveId" clId="{F25A7751-092C-4F1A-B5F8-1B03588692BE}" dt="2026-09-10T12:52:50.307" v="1547" actId="14100"/>
          <ac:spMkLst>
            <pc:docMk/>
            <pc:sldMk cId="2970269066" sldId="268"/>
            <ac:spMk id="3" creationId="{869079FE-370E-AB15-8D8D-6C59A46659E2}"/>
          </ac:spMkLst>
        </pc:spChg>
        <pc:spChg chg="mod">
          <ac:chgData name="Sagar Metri" userId="234d8621b5818de3" providerId="LiveId" clId="{F25A7751-092C-4F1A-B5F8-1B03588692BE}" dt="2026-09-10T12:59:13.252" v="1691" actId="207"/>
          <ac:spMkLst>
            <pc:docMk/>
            <pc:sldMk cId="2970269066" sldId="268"/>
            <ac:spMk id="4" creationId="{420AABCC-7FEB-6565-3E3A-EE58943CF97D}"/>
          </ac:spMkLst>
        </pc:spChg>
        <pc:spChg chg="add mod">
          <ac:chgData name="Sagar Metri" userId="234d8621b5818de3" providerId="LiveId" clId="{F25A7751-092C-4F1A-B5F8-1B03588692BE}" dt="2026-09-10T12:53:00.631" v="1549" actId="14100"/>
          <ac:spMkLst>
            <pc:docMk/>
            <pc:sldMk cId="2970269066" sldId="268"/>
            <ac:spMk id="5" creationId="{29A27938-948F-0555-D3CF-91298717F6A9}"/>
          </ac:spMkLst>
        </pc:spChg>
        <pc:spChg chg="add mod">
          <ac:chgData name="Sagar Metri" userId="234d8621b5818de3" providerId="LiveId" clId="{F25A7751-092C-4F1A-B5F8-1B03588692BE}" dt="2026-09-10T12:52:53.939" v="1548" actId="1076"/>
          <ac:spMkLst>
            <pc:docMk/>
            <pc:sldMk cId="2970269066" sldId="268"/>
            <ac:spMk id="6" creationId="{F624CA97-9AC8-5E2E-FA28-A6793B7A6554}"/>
          </ac:spMkLst>
        </pc:spChg>
        <pc:spChg chg="add mod">
          <ac:chgData name="Sagar Metri" userId="234d8621b5818de3" providerId="LiveId" clId="{F25A7751-092C-4F1A-B5F8-1B03588692BE}" dt="2026-09-10T12:53:04.138" v="1550" actId="1076"/>
          <ac:spMkLst>
            <pc:docMk/>
            <pc:sldMk cId="2970269066" sldId="268"/>
            <ac:spMk id="8" creationId="{6C30E6B6-294E-379B-0480-A997B8C607E0}"/>
          </ac:spMkLst>
        </pc:spChg>
        <pc:spChg chg="add del mod">
          <ac:chgData name="Sagar Metri" userId="234d8621b5818de3" providerId="LiveId" clId="{F25A7751-092C-4F1A-B5F8-1B03588692BE}" dt="2026-09-10T13:03:00.319" v="1821" actId="478"/>
          <ac:spMkLst>
            <pc:docMk/>
            <pc:sldMk cId="2970269066" sldId="268"/>
            <ac:spMk id="12" creationId="{2A6D56EB-8F93-9CED-9B2D-DB0E60606A8C}"/>
          </ac:spMkLst>
        </pc:spChg>
        <pc:spChg chg="mod">
          <ac:chgData name="Sagar Metri" userId="234d8621b5818de3" providerId="LiveId" clId="{F25A7751-092C-4F1A-B5F8-1B03588692BE}" dt="2026-09-10T12:59:46.933" v="1701" actId="207"/>
          <ac:spMkLst>
            <pc:docMk/>
            <pc:sldMk cId="2970269066" sldId="268"/>
            <ac:spMk id="21" creationId="{39A7FF1D-B358-CBD5-6744-133C6ADFA57D}"/>
          </ac:spMkLst>
        </pc:spChg>
        <pc:spChg chg="mod">
          <ac:chgData name="Sagar Metri" userId="234d8621b5818de3" providerId="LiveId" clId="{F25A7751-092C-4F1A-B5F8-1B03588692BE}" dt="2026-09-10T13:00:02.017" v="1702" actId="207"/>
          <ac:spMkLst>
            <pc:docMk/>
            <pc:sldMk cId="2970269066" sldId="268"/>
            <ac:spMk id="22" creationId="{6BBDDC0B-4F17-F5F3-EDA1-A1F2644EB606}"/>
          </ac:spMkLst>
        </pc:spChg>
        <pc:spChg chg="mod">
          <ac:chgData name="Sagar Metri" userId="234d8621b5818de3" providerId="LiveId" clId="{F25A7751-092C-4F1A-B5F8-1B03588692BE}" dt="2026-09-10T12:44:27.464" v="1279" actId="1037"/>
          <ac:spMkLst>
            <pc:docMk/>
            <pc:sldMk cId="2970269066" sldId="268"/>
            <ac:spMk id="25" creationId="{DA700DBF-4ECF-1D48-7FE2-EE186B477218}"/>
          </ac:spMkLst>
        </pc:spChg>
        <pc:spChg chg="mod">
          <ac:chgData name="Sagar Metri" userId="234d8621b5818de3" providerId="LiveId" clId="{F25A7751-092C-4F1A-B5F8-1B03588692BE}" dt="2026-09-10T12:44:27.464" v="1279" actId="1037"/>
          <ac:spMkLst>
            <pc:docMk/>
            <pc:sldMk cId="2970269066" sldId="268"/>
            <ac:spMk id="31" creationId="{7CD5692D-3E59-ED82-E91A-38412E2B45E7}"/>
          </ac:spMkLst>
        </pc:spChg>
        <pc:spChg chg="mod">
          <ac:chgData name="Sagar Metri" userId="234d8621b5818de3" providerId="LiveId" clId="{F25A7751-092C-4F1A-B5F8-1B03588692BE}" dt="2026-09-10T12:44:27.464" v="1279" actId="1037"/>
          <ac:spMkLst>
            <pc:docMk/>
            <pc:sldMk cId="2970269066" sldId="268"/>
            <ac:spMk id="32" creationId="{8D490717-FE75-B33D-F9C6-44080DA59CDF}"/>
          </ac:spMkLst>
        </pc:spChg>
        <pc:spChg chg="mod">
          <ac:chgData name="Sagar Metri" userId="234d8621b5818de3" providerId="LiveId" clId="{F25A7751-092C-4F1A-B5F8-1B03588692BE}" dt="2026-09-10T12:44:27.464" v="1279" actId="1037"/>
          <ac:spMkLst>
            <pc:docMk/>
            <pc:sldMk cId="2970269066" sldId="268"/>
            <ac:spMk id="33" creationId="{09E6AAC6-27AA-F332-A6AD-16C38D51E5AF}"/>
          </ac:spMkLst>
        </pc:spChg>
        <pc:spChg chg="del mod">
          <ac:chgData name="Sagar Metri" userId="234d8621b5818de3" providerId="LiveId" clId="{F25A7751-092C-4F1A-B5F8-1B03588692BE}" dt="2026-09-10T12:43:39.117" v="1244" actId="478"/>
          <ac:spMkLst>
            <pc:docMk/>
            <pc:sldMk cId="2970269066" sldId="268"/>
            <ac:spMk id="42" creationId="{933AC210-9F5F-43D9-8026-DD14BB635384}"/>
          </ac:spMkLst>
        </pc:spChg>
        <pc:spChg chg="del mod">
          <ac:chgData name="Sagar Metri" userId="234d8621b5818de3" providerId="LiveId" clId="{F25A7751-092C-4F1A-B5F8-1B03588692BE}" dt="2026-09-10T12:43:36.950" v="1242" actId="478"/>
          <ac:spMkLst>
            <pc:docMk/>
            <pc:sldMk cId="2970269066" sldId="268"/>
            <ac:spMk id="43" creationId="{3F07F408-E115-84E5-B2CB-5D802DEEF961}"/>
          </ac:spMkLst>
        </pc:spChg>
        <pc:spChg chg="del mod">
          <ac:chgData name="Sagar Metri" userId="234d8621b5818de3" providerId="LiveId" clId="{F25A7751-092C-4F1A-B5F8-1B03588692BE}" dt="2026-09-10T12:44:03.751" v="1247" actId="478"/>
          <ac:spMkLst>
            <pc:docMk/>
            <pc:sldMk cId="2970269066" sldId="268"/>
            <ac:spMk id="45" creationId="{3708566D-B14E-03D6-6054-7CE3631136F0}"/>
          </ac:spMkLst>
        </pc:spChg>
        <pc:spChg chg="del mod">
          <ac:chgData name="Sagar Metri" userId="234d8621b5818de3" providerId="LiveId" clId="{F25A7751-092C-4F1A-B5F8-1B03588692BE}" dt="2026-09-10T12:44:02.359" v="1246" actId="478"/>
          <ac:spMkLst>
            <pc:docMk/>
            <pc:sldMk cId="2970269066" sldId="268"/>
            <ac:spMk id="46" creationId="{E4B1A879-EF42-30D8-2CA6-10CDAE0CCB0B}"/>
          </ac:spMkLst>
        </pc:spChg>
        <pc:spChg chg="del">
          <ac:chgData name="Sagar Metri" userId="234d8621b5818de3" providerId="LiveId" clId="{F25A7751-092C-4F1A-B5F8-1B03588692BE}" dt="2026-09-10T12:44:08.628" v="1250" actId="478"/>
          <ac:spMkLst>
            <pc:docMk/>
            <pc:sldMk cId="2970269066" sldId="268"/>
            <ac:spMk id="48" creationId="{AA52349C-9506-1D34-92C2-9417EB221A64}"/>
          </ac:spMkLst>
        </pc:spChg>
        <pc:spChg chg="del mod">
          <ac:chgData name="Sagar Metri" userId="234d8621b5818de3" providerId="LiveId" clId="{F25A7751-092C-4F1A-B5F8-1B03588692BE}" dt="2026-09-10T12:44:07.212" v="1249" actId="478"/>
          <ac:spMkLst>
            <pc:docMk/>
            <pc:sldMk cId="2970269066" sldId="268"/>
            <ac:spMk id="49" creationId="{572F8C86-9767-E8F1-CB43-9386CF7949FC}"/>
          </ac:spMkLst>
        </pc:spChg>
        <pc:spChg chg="mod">
          <ac:chgData name="Sagar Metri" userId="234d8621b5818de3" providerId="LiveId" clId="{F25A7751-092C-4F1A-B5F8-1B03588692BE}" dt="2026-09-10T12:44:36.904" v="1347" actId="1037"/>
          <ac:spMkLst>
            <pc:docMk/>
            <pc:sldMk cId="2970269066" sldId="268"/>
            <ac:spMk id="50" creationId="{DE5D1BE3-3470-B86D-5DCC-D0C7EEE06944}"/>
          </ac:spMkLst>
        </pc:spChg>
        <pc:spChg chg="mod">
          <ac:chgData name="Sagar Metri" userId="234d8621b5818de3" providerId="LiveId" clId="{F25A7751-092C-4F1A-B5F8-1B03588692BE}" dt="2026-09-10T12:44:36.904" v="1347" actId="1037"/>
          <ac:spMkLst>
            <pc:docMk/>
            <pc:sldMk cId="2970269066" sldId="268"/>
            <ac:spMk id="51" creationId="{05E860AF-D705-D447-7C71-51B4096929FC}"/>
          </ac:spMkLst>
        </pc:spChg>
        <pc:spChg chg="del">
          <ac:chgData name="Sagar Metri" userId="234d8621b5818de3" providerId="LiveId" clId="{F25A7751-092C-4F1A-B5F8-1B03588692BE}" dt="2026-09-10T12:55:26.167" v="1594" actId="478"/>
          <ac:spMkLst>
            <pc:docMk/>
            <pc:sldMk cId="2970269066" sldId="268"/>
            <ac:spMk id="54" creationId="{78550BF6-FB0F-3E13-CDC6-43BEF74287BD}"/>
          </ac:spMkLst>
        </pc:spChg>
        <pc:spChg chg="mod">
          <ac:chgData name="Sagar Metri" userId="234d8621b5818de3" providerId="LiveId" clId="{F25A7751-092C-4F1A-B5F8-1B03588692BE}" dt="2026-09-05T13:20:45.135" v="558" actId="1582"/>
          <ac:spMkLst>
            <pc:docMk/>
            <pc:sldMk cId="2970269066" sldId="268"/>
            <ac:spMk id="55" creationId="{FD82EB5E-CDFA-5618-36B3-8A74B283CB41}"/>
          </ac:spMkLst>
        </pc:spChg>
        <pc:spChg chg="mod">
          <ac:chgData name="Sagar Metri" userId="234d8621b5818de3" providerId="LiveId" clId="{F25A7751-092C-4F1A-B5F8-1B03588692BE}" dt="2026-09-05T15:19:07.770" v="1127" actId="20577"/>
          <ac:spMkLst>
            <pc:docMk/>
            <pc:sldMk cId="2970269066" sldId="268"/>
            <ac:spMk id="58" creationId="{1C8D0209-88D8-6B15-61D9-48389FD3BE43}"/>
          </ac:spMkLst>
        </pc:spChg>
        <pc:spChg chg="mod">
          <ac:chgData name="Sagar Metri" userId="234d8621b5818de3" providerId="LiveId" clId="{F25A7751-092C-4F1A-B5F8-1B03588692BE}" dt="2026-09-05T15:19:30.196" v="1136" actId="20577"/>
          <ac:spMkLst>
            <pc:docMk/>
            <pc:sldMk cId="2970269066" sldId="268"/>
            <ac:spMk id="61" creationId="{FF4ACFA7-DDD1-856B-6105-1883DB47F449}"/>
          </ac:spMkLst>
        </pc:spChg>
        <pc:spChg chg="mod">
          <ac:chgData name="Sagar Metri" userId="234d8621b5818de3" providerId="LiveId" clId="{F25A7751-092C-4F1A-B5F8-1B03588692BE}" dt="2026-09-05T15:19:33.360" v="1140" actId="20577"/>
          <ac:spMkLst>
            <pc:docMk/>
            <pc:sldMk cId="2970269066" sldId="268"/>
            <ac:spMk id="64" creationId="{F9961EF7-8EFC-ACA5-DC1D-ECD8A34F1065}"/>
          </ac:spMkLst>
        </pc:spChg>
        <pc:spChg chg="mod ord">
          <ac:chgData name="Sagar Metri" userId="234d8621b5818de3" providerId="LiveId" clId="{F25A7751-092C-4F1A-B5F8-1B03588692BE}" dt="2026-09-10T12:59:04.471" v="1689" actId="207"/>
          <ac:spMkLst>
            <pc:docMk/>
            <pc:sldMk cId="2970269066" sldId="268"/>
            <ac:spMk id="67" creationId="{243A87A5-843B-5070-58E6-76AB7513FBEF}"/>
          </ac:spMkLst>
        </pc:spChg>
        <pc:spChg chg="mod">
          <ac:chgData name="Sagar Metri" userId="234d8621b5818de3" providerId="LiveId" clId="{F25A7751-092C-4F1A-B5F8-1B03588692BE}" dt="2026-09-10T12:59:22.037" v="1700" actId="1035"/>
          <ac:spMkLst>
            <pc:docMk/>
            <pc:sldMk cId="2970269066" sldId="268"/>
            <ac:spMk id="68" creationId="{78697B77-EF45-D9BA-5240-6C93CC178CD6}"/>
          </ac:spMkLst>
        </pc:spChg>
        <pc:spChg chg="mod">
          <ac:chgData name="Sagar Metri" userId="234d8621b5818de3" providerId="LiveId" clId="{F25A7751-092C-4F1A-B5F8-1B03588692BE}" dt="2026-09-10T12:59:22.037" v="1700" actId="1035"/>
          <ac:spMkLst>
            <pc:docMk/>
            <pc:sldMk cId="2970269066" sldId="268"/>
            <ac:spMk id="69" creationId="{ACEB983F-2C1F-696B-58B2-8B6086EC3754}"/>
          </ac:spMkLst>
        </pc:spChg>
        <pc:spChg chg="mod">
          <ac:chgData name="Sagar Metri" userId="234d8621b5818de3" providerId="LiveId" clId="{F25A7751-092C-4F1A-B5F8-1B03588692BE}" dt="2026-09-10T12:55:05.736" v="1593" actId="1038"/>
          <ac:spMkLst>
            <pc:docMk/>
            <pc:sldMk cId="2970269066" sldId="268"/>
            <ac:spMk id="70" creationId="{0C09536B-D226-462A-DE74-54E1273845C7}"/>
          </ac:spMkLst>
        </pc:spChg>
        <pc:spChg chg="del mod">
          <ac:chgData name="Sagar Metri" userId="234d8621b5818de3" providerId="LiveId" clId="{F25A7751-092C-4F1A-B5F8-1B03588692BE}" dt="2026-09-10T12:55:35.443" v="1597" actId="478"/>
          <ac:spMkLst>
            <pc:docMk/>
            <pc:sldMk cId="2970269066" sldId="268"/>
            <ac:spMk id="71" creationId="{DA4954C5-BE11-244C-122D-E689ACA1D0B2}"/>
          </ac:spMkLst>
        </pc:spChg>
        <pc:spChg chg="mod">
          <ac:chgData name="Sagar Metri" userId="234d8621b5818de3" providerId="LiveId" clId="{F25A7751-092C-4F1A-B5F8-1B03588692BE}" dt="2026-09-05T11:10:05.717" v="14" actId="1035"/>
          <ac:spMkLst>
            <pc:docMk/>
            <pc:sldMk cId="2970269066" sldId="268"/>
            <ac:spMk id="73" creationId="{2FFF85DE-4049-FC88-02A6-D4CA00AC318C}"/>
          </ac:spMkLst>
        </pc:spChg>
        <pc:spChg chg="mod">
          <ac:chgData name="Sagar Metri" userId="234d8621b5818de3" providerId="LiveId" clId="{F25A7751-092C-4F1A-B5F8-1B03588692BE}" dt="2026-09-05T13:18:13.809" v="504" actId="1036"/>
          <ac:spMkLst>
            <pc:docMk/>
            <pc:sldMk cId="2970269066" sldId="268"/>
            <ac:spMk id="74" creationId="{A161BFD7-9F18-51A8-0141-7A7E7F701152}"/>
          </ac:spMkLst>
        </pc:spChg>
        <pc:spChg chg="add mod">
          <ac:chgData name="Sagar Metri" userId="234d8621b5818de3" providerId="LiveId" clId="{F25A7751-092C-4F1A-B5F8-1B03588692BE}" dt="2026-09-10T13:03:21.169" v="1824" actId="1076"/>
          <ac:spMkLst>
            <pc:docMk/>
            <pc:sldMk cId="2970269066" sldId="268"/>
            <ac:spMk id="76" creationId="{0DFF6561-CA5A-762D-A3A5-36786F6FA7F0}"/>
          </ac:spMkLst>
        </pc:spChg>
        <pc:spChg chg="mod">
          <ac:chgData name="Sagar Metri" userId="234d8621b5818de3" providerId="LiveId" clId="{F25A7751-092C-4F1A-B5F8-1B03588692BE}" dt="2026-09-05T13:38:00.931" v="740" actId="14861"/>
          <ac:spMkLst>
            <pc:docMk/>
            <pc:sldMk cId="2970269066" sldId="268"/>
            <ac:spMk id="79" creationId="{45F742AE-4C78-301D-0CFC-6EEF05E3A223}"/>
          </ac:spMkLst>
        </pc:spChg>
        <pc:spChg chg="mod">
          <ac:chgData name="Sagar Metri" userId="234d8621b5818de3" providerId="LiveId" clId="{F25A7751-092C-4F1A-B5F8-1B03588692BE}" dt="2026-09-05T13:38:00.931" v="740" actId="14861"/>
          <ac:spMkLst>
            <pc:docMk/>
            <pc:sldMk cId="2970269066" sldId="268"/>
            <ac:spMk id="81" creationId="{C300956F-DEA1-B1F2-FC3D-D43D6811509C}"/>
          </ac:spMkLst>
        </pc:spChg>
        <pc:spChg chg="mod">
          <ac:chgData name="Sagar Metri" userId="234d8621b5818de3" providerId="LiveId" clId="{F25A7751-092C-4F1A-B5F8-1B03588692BE}" dt="2026-09-05T13:38:00.931" v="740" actId="14861"/>
          <ac:spMkLst>
            <pc:docMk/>
            <pc:sldMk cId="2970269066" sldId="268"/>
            <ac:spMk id="83" creationId="{4C875DF9-7BED-51DE-5A86-5046DF7F4B0D}"/>
          </ac:spMkLst>
        </pc:spChg>
        <pc:spChg chg="mod">
          <ac:chgData name="Sagar Metri" userId="234d8621b5818de3" providerId="LiveId" clId="{F25A7751-092C-4F1A-B5F8-1B03588692BE}" dt="2026-09-05T13:38:00.931" v="740" actId="14861"/>
          <ac:spMkLst>
            <pc:docMk/>
            <pc:sldMk cId="2970269066" sldId="268"/>
            <ac:spMk id="85" creationId="{C1CCDE40-557A-088C-7908-91DBBFE3EE38}"/>
          </ac:spMkLst>
        </pc:spChg>
        <pc:spChg chg="mod">
          <ac:chgData name="Sagar Metri" userId="234d8621b5818de3" providerId="LiveId" clId="{F25A7751-092C-4F1A-B5F8-1B03588692BE}" dt="2026-09-05T13:38:00.931" v="740" actId="14861"/>
          <ac:spMkLst>
            <pc:docMk/>
            <pc:sldMk cId="2970269066" sldId="268"/>
            <ac:spMk id="87" creationId="{881DBA61-9A5F-361D-61FA-A14B376531D6}"/>
          </ac:spMkLst>
        </pc:spChg>
        <pc:spChg chg="mod">
          <ac:chgData name="Sagar Metri" userId="234d8621b5818de3" providerId="LiveId" clId="{F25A7751-092C-4F1A-B5F8-1B03588692BE}" dt="2026-09-05T13:38:00.931" v="740" actId="14861"/>
          <ac:spMkLst>
            <pc:docMk/>
            <pc:sldMk cId="2970269066" sldId="268"/>
            <ac:spMk id="89" creationId="{431E0C0D-51AE-B754-5989-B42931342EC7}"/>
          </ac:spMkLst>
        </pc:spChg>
        <pc:spChg chg="mod">
          <ac:chgData name="Sagar Metri" userId="234d8621b5818de3" providerId="LiveId" clId="{F25A7751-092C-4F1A-B5F8-1B03588692BE}" dt="2026-09-05T11:17:22.407" v="20" actId="14861"/>
          <ac:spMkLst>
            <pc:docMk/>
            <pc:sldMk cId="2970269066" sldId="268"/>
            <ac:spMk id="91" creationId="{C676F9CB-FC60-EAA5-8B69-C8051FD2A084}"/>
          </ac:spMkLst>
        </pc:spChg>
        <pc:spChg chg="mod">
          <ac:chgData name="Sagar Metri" userId="234d8621b5818de3" providerId="LiveId" clId="{F25A7751-092C-4F1A-B5F8-1B03588692BE}" dt="2026-09-10T13:03:35.271" v="1827" actId="207"/>
          <ac:spMkLst>
            <pc:docMk/>
            <pc:sldMk cId="2970269066" sldId="268"/>
            <ac:spMk id="98" creationId="{C5705614-C497-0CA9-0CA1-8CCEA1E6B865}"/>
          </ac:spMkLst>
        </pc:spChg>
        <pc:spChg chg="del">
          <ac:chgData name="Sagar Metri" userId="234d8621b5818de3" providerId="LiveId" clId="{F25A7751-092C-4F1A-B5F8-1B03588692BE}" dt="2026-09-10T12:52:01.890" v="1507" actId="478"/>
          <ac:spMkLst>
            <pc:docMk/>
            <pc:sldMk cId="2970269066" sldId="268"/>
            <ac:spMk id="99" creationId="{2C03C116-5F07-035A-572F-40024A4BDFF4}"/>
          </ac:spMkLst>
        </pc:spChg>
        <pc:spChg chg="mod">
          <ac:chgData name="Sagar Metri" userId="234d8621b5818de3" providerId="LiveId" clId="{F25A7751-092C-4F1A-B5F8-1B03588692BE}" dt="2026-09-10T13:02:13.717" v="1760" actId="1036"/>
          <ac:spMkLst>
            <pc:docMk/>
            <pc:sldMk cId="2970269066" sldId="268"/>
            <ac:spMk id="100" creationId="{6276EE6B-68D6-8931-8CC6-4CE44162F189}"/>
          </ac:spMkLst>
        </pc:spChg>
        <pc:spChg chg="mod">
          <ac:chgData name="Sagar Metri" userId="234d8621b5818de3" providerId="LiveId" clId="{F25A7751-092C-4F1A-B5F8-1B03588692BE}" dt="2026-09-10T13:02:38.207" v="1820" actId="1036"/>
          <ac:spMkLst>
            <pc:docMk/>
            <pc:sldMk cId="2970269066" sldId="268"/>
            <ac:spMk id="101" creationId="{5732DBC9-AC02-9984-04E7-33D264D143BA}"/>
          </ac:spMkLst>
        </pc:spChg>
        <pc:spChg chg="mod">
          <ac:chgData name="Sagar Metri" userId="234d8621b5818de3" providerId="LiveId" clId="{F25A7751-092C-4F1A-B5F8-1B03588692BE}" dt="2026-09-10T13:02:13.717" v="1760" actId="1036"/>
          <ac:spMkLst>
            <pc:docMk/>
            <pc:sldMk cId="2970269066" sldId="268"/>
            <ac:spMk id="102" creationId="{43B470F9-DD4C-A4D3-7D71-63FDE0C6AEC9}"/>
          </ac:spMkLst>
        </pc:spChg>
        <pc:spChg chg="mod">
          <ac:chgData name="Sagar Metri" userId="234d8621b5818de3" providerId="LiveId" clId="{F25A7751-092C-4F1A-B5F8-1B03588692BE}" dt="2026-09-10T13:02:13.717" v="1760" actId="1036"/>
          <ac:spMkLst>
            <pc:docMk/>
            <pc:sldMk cId="2970269066" sldId="268"/>
            <ac:spMk id="103" creationId="{35B14CC2-A711-0C10-3469-E1E1FDB3C407}"/>
          </ac:spMkLst>
        </pc:spChg>
        <pc:spChg chg="mod">
          <ac:chgData name="Sagar Metri" userId="234d8621b5818de3" providerId="LiveId" clId="{F25A7751-092C-4F1A-B5F8-1B03588692BE}" dt="2026-09-10T13:02:28.845" v="1789" actId="1036"/>
          <ac:spMkLst>
            <pc:docMk/>
            <pc:sldMk cId="2970269066" sldId="268"/>
            <ac:spMk id="104" creationId="{CBBABBE3-C795-1B17-2A88-9A522AB5B8E8}"/>
          </ac:spMkLst>
        </pc:spChg>
        <pc:spChg chg="mod">
          <ac:chgData name="Sagar Metri" userId="234d8621b5818de3" providerId="LiveId" clId="{F25A7751-092C-4F1A-B5F8-1B03588692BE}" dt="2026-09-10T13:02:27.304" v="1778" actId="1036"/>
          <ac:spMkLst>
            <pc:docMk/>
            <pc:sldMk cId="2970269066" sldId="268"/>
            <ac:spMk id="105" creationId="{594F6F5D-7D81-2E36-0802-CA5A7F0618D2}"/>
          </ac:spMkLst>
        </pc:spChg>
        <pc:spChg chg="mod">
          <ac:chgData name="Sagar Metri" userId="234d8621b5818de3" providerId="LiveId" clId="{F25A7751-092C-4F1A-B5F8-1B03588692BE}" dt="2026-09-10T13:02:38.207" v="1820" actId="1036"/>
          <ac:spMkLst>
            <pc:docMk/>
            <pc:sldMk cId="2970269066" sldId="268"/>
            <ac:spMk id="106" creationId="{1DFA1452-43F0-CA37-048C-AF09FCBDFF73}"/>
          </ac:spMkLst>
        </pc:spChg>
        <pc:spChg chg="mod">
          <ac:chgData name="Sagar Metri" userId="234d8621b5818de3" providerId="LiveId" clId="{F25A7751-092C-4F1A-B5F8-1B03588692BE}" dt="2026-09-10T13:02:03.373" v="1750" actId="1036"/>
          <ac:spMkLst>
            <pc:docMk/>
            <pc:sldMk cId="2970269066" sldId="268"/>
            <ac:spMk id="107" creationId="{A55A63D4-7BE8-319F-E6D8-A931CFB5CA61}"/>
          </ac:spMkLst>
        </pc:spChg>
        <pc:spChg chg="mod">
          <ac:chgData name="Sagar Metri" userId="234d8621b5818de3" providerId="LiveId" clId="{F25A7751-092C-4F1A-B5F8-1B03588692BE}" dt="2026-09-10T13:01:49.755" v="1737" actId="1036"/>
          <ac:spMkLst>
            <pc:docMk/>
            <pc:sldMk cId="2970269066" sldId="268"/>
            <ac:spMk id="108" creationId="{3EE3E236-6224-1D85-BFF0-19CB83B55F06}"/>
          </ac:spMkLst>
        </pc:spChg>
        <pc:spChg chg="mod">
          <ac:chgData name="Sagar Metri" userId="234d8621b5818de3" providerId="LiveId" clId="{F25A7751-092C-4F1A-B5F8-1B03588692BE}" dt="2026-09-10T13:02:03.373" v="1750" actId="1036"/>
          <ac:spMkLst>
            <pc:docMk/>
            <pc:sldMk cId="2970269066" sldId="268"/>
            <ac:spMk id="109" creationId="{8588F8E0-AB8A-C00C-BDF8-E3CCE94C1112}"/>
          </ac:spMkLst>
        </pc:spChg>
        <pc:spChg chg="add mod">
          <ac:chgData name="Sagar Metri" userId="234d8621b5818de3" providerId="LiveId" clId="{F25A7751-092C-4F1A-B5F8-1B03588692BE}" dt="2026-09-10T13:03:23.465" v="1825" actId="1076"/>
          <ac:spMkLst>
            <pc:docMk/>
            <pc:sldMk cId="2970269066" sldId="268"/>
            <ac:spMk id="110" creationId="{96CE6AA4-D086-48EA-811F-7BD5DC238E89}"/>
          </ac:spMkLst>
        </pc:spChg>
        <pc:spChg chg="del">
          <ac:chgData name="Sagar Metri" userId="234d8621b5818de3" providerId="LiveId" clId="{F25A7751-092C-4F1A-B5F8-1B03588692BE}" dt="2026-09-10T12:46:14.321" v="1434" actId="478"/>
          <ac:spMkLst>
            <pc:docMk/>
            <pc:sldMk cId="2970269066" sldId="268"/>
            <ac:spMk id="113" creationId="{C2129FF3-EE85-2EF9-3291-AE79317E53E5}"/>
          </ac:spMkLst>
        </pc:spChg>
        <pc:spChg chg="del mod">
          <ac:chgData name="Sagar Metri" userId="234d8621b5818de3" providerId="LiveId" clId="{F25A7751-092C-4F1A-B5F8-1B03588692BE}" dt="2026-09-10T12:46:15.764" v="1436" actId="478"/>
          <ac:spMkLst>
            <pc:docMk/>
            <pc:sldMk cId="2970269066" sldId="268"/>
            <ac:spMk id="114" creationId="{2933A42D-B10A-7084-B62C-35CC073B4E33}"/>
          </ac:spMkLst>
        </pc:spChg>
        <pc:spChg chg="del">
          <ac:chgData name="Sagar Metri" userId="234d8621b5818de3" providerId="LiveId" clId="{F25A7751-092C-4F1A-B5F8-1B03588692BE}" dt="2026-09-10T12:46:19.008" v="1438" actId="478"/>
          <ac:spMkLst>
            <pc:docMk/>
            <pc:sldMk cId="2970269066" sldId="268"/>
            <ac:spMk id="115" creationId="{2BF545B1-F406-066E-2BFA-EB5AE50FD97D}"/>
          </ac:spMkLst>
        </pc:spChg>
        <pc:spChg chg="del mod">
          <ac:chgData name="Sagar Metri" userId="234d8621b5818de3" providerId="LiveId" clId="{F25A7751-092C-4F1A-B5F8-1B03588692BE}" dt="2026-09-10T12:46:17.553" v="1437" actId="478"/>
          <ac:spMkLst>
            <pc:docMk/>
            <pc:sldMk cId="2970269066" sldId="268"/>
            <ac:spMk id="116" creationId="{E31553A6-505A-1B15-DE85-297BA6F86B1A}"/>
          </ac:spMkLst>
        </pc:spChg>
        <pc:graphicFrameChg chg="add mod modGraphic">
          <ac:chgData name="Sagar Metri" userId="234d8621b5818de3" providerId="LiveId" clId="{F25A7751-092C-4F1A-B5F8-1B03588692BE}" dt="2026-09-10T13:03:15.656" v="1823" actId="1076"/>
          <ac:graphicFrameMkLst>
            <pc:docMk/>
            <pc:sldMk cId="2970269066" sldId="268"/>
            <ac:graphicFrameMk id="66" creationId="{35C62450-8D24-3DA1-9E51-351888E2AA86}"/>
          </ac:graphicFrameMkLst>
        </pc:graphicFrameChg>
        <pc:picChg chg="mod">
          <ac:chgData name="Sagar Metri" userId="234d8621b5818de3" providerId="LiveId" clId="{F25A7751-092C-4F1A-B5F8-1B03588692BE}" dt="2026-09-10T12:44:27.464" v="1279" actId="1037"/>
          <ac:picMkLst>
            <pc:docMk/>
            <pc:sldMk cId="2970269066" sldId="268"/>
            <ac:picMk id="35" creationId="{748ADA5F-ADFA-24D4-EDB5-ADAF7F01D601}"/>
          </ac:picMkLst>
        </pc:picChg>
        <pc:picChg chg="mod">
          <ac:chgData name="Sagar Metri" userId="234d8621b5818de3" providerId="LiveId" clId="{F25A7751-092C-4F1A-B5F8-1B03588692BE}" dt="2026-09-10T12:44:27.464" v="1279" actId="1037"/>
          <ac:picMkLst>
            <pc:docMk/>
            <pc:sldMk cId="2970269066" sldId="268"/>
            <ac:picMk id="36" creationId="{7BAAC2B9-1B64-6CFC-E5A0-68CB9D8FF360}"/>
          </ac:picMkLst>
        </pc:picChg>
        <pc:picChg chg="del mod">
          <ac:chgData name="Sagar Metri" userId="234d8621b5818de3" providerId="LiveId" clId="{F25A7751-092C-4F1A-B5F8-1B03588692BE}" dt="2026-09-10T12:43:37.461" v="1243" actId="478"/>
          <ac:picMkLst>
            <pc:docMk/>
            <pc:sldMk cId="2970269066" sldId="268"/>
            <ac:picMk id="44" creationId="{AA4BAA32-D7D2-CF4E-D5E8-C48AF8C461C8}"/>
          </ac:picMkLst>
        </pc:picChg>
        <pc:picChg chg="del mod">
          <ac:chgData name="Sagar Metri" userId="234d8621b5818de3" providerId="LiveId" clId="{F25A7751-092C-4F1A-B5F8-1B03588692BE}" dt="2026-09-10T12:44:01.544" v="1245" actId="478"/>
          <ac:picMkLst>
            <pc:docMk/>
            <pc:sldMk cId="2970269066" sldId="268"/>
            <ac:picMk id="47" creationId="{8D070549-E93A-2C58-6446-7ADBDDFC6E76}"/>
          </ac:picMkLst>
        </pc:picChg>
        <pc:picChg chg="mod">
          <ac:chgData name="Sagar Metri" userId="234d8621b5818de3" providerId="LiveId" clId="{F25A7751-092C-4F1A-B5F8-1B03588692BE}" dt="2026-09-10T12:44:36.904" v="1347" actId="1037"/>
          <ac:picMkLst>
            <pc:docMk/>
            <pc:sldMk cId="2970269066" sldId="268"/>
            <ac:picMk id="52" creationId="{168AAEF7-F7CF-D270-BC28-664A6E469784}"/>
          </ac:picMkLst>
        </pc:picChg>
        <pc:picChg chg="del">
          <ac:chgData name="Sagar Metri" userId="234d8621b5818de3" providerId="LiveId" clId="{F25A7751-092C-4F1A-B5F8-1B03588692BE}" dt="2026-09-10T12:44:05.956" v="1248" actId="478"/>
          <ac:picMkLst>
            <pc:docMk/>
            <pc:sldMk cId="2970269066" sldId="268"/>
            <ac:picMk id="53" creationId="{E46CD7C8-FC70-D31F-3121-B5B14C6648F1}"/>
          </ac:picMkLst>
        </pc:picChg>
        <pc:picChg chg="mod">
          <ac:chgData name="Sagar Metri" userId="234d8621b5818de3" providerId="LiveId" clId="{F25A7751-092C-4F1A-B5F8-1B03588692BE}" dt="2026-09-05T13:15:39.323" v="502" actId="1036"/>
          <ac:picMkLst>
            <pc:docMk/>
            <pc:sldMk cId="2970269066" sldId="268"/>
            <ac:picMk id="96" creationId="{9AB1164B-4BA5-BDC1-D4A4-AD0C8317E0F6}"/>
          </ac:picMkLst>
        </pc:picChg>
        <pc:picChg chg="mod">
          <ac:chgData name="Sagar Metri" userId="234d8621b5818de3" providerId="LiveId" clId="{F25A7751-092C-4F1A-B5F8-1B03588692BE}" dt="2026-09-05T13:15:35.382" v="499" actId="1036"/>
          <ac:picMkLst>
            <pc:docMk/>
            <pc:sldMk cId="2970269066" sldId="268"/>
            <ac:picMk id="97" creationId="{AED0F855-6D7B-400E-129D-383851B15172}"/>
          </ac:picMkLst>
        </pc:picChg>
      </pc:sldChg>
      <pc:sldChg chg="addSp delSp modSp mod">
        <pc:chgData name="Sagar Metri" userId="234d8621b5818de3" providerId="LiveId" clId="{F25A7751-092C-4F1A-B5F8-1B03588692BE}" dt="2026-09-10T13:17:16.240" v="2075" actId="14100"/>
        <pc:sldMkLst>
          <pc:docMk/>
          <pc:sldMk cId="876386115" sldId="269"/>
        </pc:sldMkLst>
        <pc:spChg chg="mod">
          <ac:chgData name="Sagar Metri" userId="234d8621b5818de3" providerId="LiveId" clId="{F25A7751-092C-4F1A-B5F8-1B03588692BE}" dt="2026-09-10T13:17:16.240" v="2075" actId="14100"/>
          <ac:spMkLst>
            <pc:docMk/>
            <pc:sldMk cId="876386115" sldId="269"/>
            <ac:spMk id="2" creationId="{68C2CDF3-3C16-8873-3285-3CDA647D1F32}"/>
          </ac:spMkLst>
        </pc:spChg>
        <pc:spChg chg="mod">
          <ac:chgData name="Sagar Metri" userId="234d8621b5818de3" providerId="LiveId" clId="{F25A7751-092C-4F1A-B5F8-1B03588692BE}" dt="2026-09-05T11:20:34.743" v="76" actId="1582"/>
          <ac:spMkLst>
            <pc:docMk/>
            <pc:sldMk cId="876386115" sldId="269"/>
            <ac:spMk id="18" creationId="{6D515FBC-74BD-035A-0E53-4B49AD0E8DD4}"/>
          </ac:spMkLst>
        </pc:spChg>
        <pc:spChg chg="mod">
          <ac:chgData name="Sagar Metri" userId="234d8621b5818de3" providerId="LiveId" clId="{F25A7751-092C-4F1A-B5F8-1B03588692BE}" dt="2026-09-05T13:38:18.251" v="741" actId="14861"/>
          <ac:spMkLst>
            <pc:docMk/>
            <pc:sldMk cId="876386115" sldId="269"/>
            <ac:spMk id="23" creationId="{C43505DC-C909-02C2-25B2-456071A717B5}"/>
          </ac:spMkLst>
        </pc:spChg>
        <pc:spChg chg="del mod">
          <ac:chgData name="Sagar Metri" userId="234d8621b5818de3" providerId="LiveId" clId="{F25A7751-092C-4F1A-B5F8-1B03588692BE}" dt="2026-09-10T13:04:09.151" v="1828" actId="478"/>
          <ac:spMkLst>
            <pc:docMk/>
            <pc:sldMk cId="876386115" sldId="269"/>
            <ac:spMk id="25" creationId="{D5904BF5-3BCF-4CD3-56F2-F25945AE8BE7}"/>
          </ac:spMkLst>
        </pc:spChg>
        <pc:spChg chg="del mod">
          <ac:chgData name="Sagar Metri" userId="234d8621b5818de3" providerId="LiveId" clId="{F25A7751-092C-4F1A-B5F8-1B03588692BE}" dt="2026-09-10T13:04:09.151" v="1828" actId="478"/>
          <ac:spMkLst>
            <pc:docMk/>
            <pc:sldMk cId="876386115" sldId="269"/>
            <ac:spMk id="26" creationId="{95568FBF-8A23-DA39-CA11-18C4D3BA2E6D}"/>
          </ac:spMkLst>
        </pc:spChg>
        <pc:spChg chg="del">
          <ac:chgData name="Sagar Metri" userId="234d8621b5818de3" providerId="LiveId" clId="{F25A7751-092C-4F1A-B5F8-1B03588692BE}" dt="2026-09-10T13:04:09.151" v="1828" actId="478"/>
          <ac:spMkLst>
            <pc:docMk/>
            <pc:sldMk cId="876386115" sldId="269"/>
            <ac:spMk id="27" creationId="{CB33582F-B0AC-DF5E-DCFB-9338FCA3DBF4}"/>
          </ac:spMkLst>
        </pc:spChg>
        <pc:spChg chg="mod">
          <ac:chgData name="Sagar Metri" userId="234d8621b5818de3" providerId="LiveId" clId="{F25A7751-092C-4F1A-B5F8-1B03588692BE}" dt="2026-09-10T13:14:55.721" v="2032" actId="1035"/>
          <ac:spMkLst>
            <pc:docMk/>
            <pc:sldMk cId="876386115" sldId="269"/>
            <ac:spMk id="28" creationId="{E66605DA-145E-A23D-8956-8A3519D08977}"/>
          </ac:spMkLst>
        </pc:spChg>
        <pc:spChg chg="mod">
          <ac:chgData name="Sagar Metri" userId="234d8621b5818de3" providerId="LiveId" clId="{F25A7751-092C-4F1A-B5F8-1B03588692BE}" dt="2026-09-05T13:38:28.974" v="742" actId="14861"/>
          <ac:spMkLst>
            <pc:docMk/>
            <pc:sldMk cId="876386115" sldId="269"/>
            <ac:spMk id="29" creationId="{E8A791FA-ECD4-D776-6865-BFAF8875C00E}"/>
          </ac:spMkLst>
        </pc:spChg>
        <pc:spChg chg="mod">
          <ac:chgData name="Sagar Metri" userId="234d8621b5818de3" providerId="LiveId" clId="{F25A7751-092C-4F1A-B5F8-1B03588692BE}" dt="2026-09-05T13:38:28.974" v="742" actId="14861"/>
          <ac:spMkLst>
            <pc:docMk/>
            <pc:sldMk cId="876386115" sldId="269"/>
            <ac:spMk id="30" creationId="{1436B590-834C-D845-6D7A-0826CF5EA36E}"/>
          </ac:spMkLst>
        </pc:spChg>
        <pc:spChg chg="mod">
          <ac:chgData name="Sagar Metri" userId="234d8621b5818de3" providerId="LiveId" clId="{F25A7751-092C-4F1A-B5F8-1B03588692BE}" dt="2026-09-05T13:38:28.974" v="742" actId="14861"/>
          <ac:spMkLst>
            <pc:docMk/>
            <pc:sldMk cId="876386115" sldId="269"/>
            <ac:spMk id="31" creationId="{D9724F05-C3A9-7AD5-BF87-3984D1D608D5}"/>
          </ac:spMkLst>
        </pc:spChg>
        <pc:spChg chg="add">
          <ac:chgData name="Sagar Metri" userId="234d8621b5818de3" providerId="LiveId" clId="{F25A7751-092C-4F1A-B5F8-1B03588692BE}" dt="2026-09-05T12:52:19.544" v="97" actId="22"/>
          <ac:spMkLst>
            <pc:docMk/>
            <pc:sldMk cId="876386115" sldId="269"/>
            <ac:spMk id="33" creationId="{1390B5AD-2967-B4B3-A0C0-6204C9DD141F}"/>
          </ac:spMkLst>
        </pc:spChg>
        <pc:spChg chg="mod">
          <ac:chgData name="Sagar Metri" userId="234d8621b5818de3" providerId="LiveId" clId="{F25A7751-092C-4F1A-B5F8-1B03588692BE}" dt="2026-09-10T13:14:38.713" v="2020" actId="1035"/>
          <ac:spMkLst>
            <pc:docMk/>
            <pc:sldMk cId="876386115" sldId="269"/>
            <ac:spMk id="52" creationId="{836DBA69-633E-50F1-7967-F8E9A8EAD021}"/>
          </ac:spMkLst>
        </pc:spChg>
        <pc:spChg chg="mod">
          <ac:chgData name="Sagar Metri" userId="234d8621b5818de3" providerId="LiveId" clId="{F25A7751-092C-4F1A-B5F8-1B03588692BE}" dt="2026-09-10T13:15:37.539" v="2045" actId="14100"/>
          <ac:spMkLst>
            <pc:docMk/>
            <pc:sldMk cId="876386115" sldId="269"/>
            <ac:spMk id="66" creationId="{FF0E069C-5E42-09D0-0207-77A2917E489F}"/>
          </ac:spMkLst>
        </pc:spChg>
        <pc:spChg chg="mod">
          <ac:chgData name="Sagar Metri" userId="234d8621b5818de3" providerId="LiveId" clId="{F25A7751-092C-4F1A-B5F8-1B03588692BE}" dt="2026-09-10T13:16:45.586" v="2065" actId="1035"/>
          <ac:spMkLst>
            <pc:docMk/>
            <pc:sldMk cId="876386115" sldId="269"/>
            <ac:spMk id="70" creationId="{B886D16F-D61C-D78B-E043-A6DD3258D2E9}"/>
          </ac:spMkLst>
        </pc:spChg>
        <pc:spChg chg="mod">
          <ac:chgData name="Sagar Metri" userId="234d8621b5818de3" providerId="LiveId" clId="{F25A7751-092C-4F1A-B5F8-1B03588692BE}" dt="2026-09-10T13:14:52.368" v="2030" actId="1035"/>
          <ac:spMkLst>
            <pc:docMk/>
            <pc:sldMk cId="876386115" sldId="269"/>
            <ac:spMk id="71" creationId="{FD9F9646-6E5C-8FF6-2957-CE04F1FCADD5}"/>
          </ac:spMkLst>
        </pc:spChg>
        <pc:spChg chg="mod">
          <ac:chgData name="Sagar Metri" userId="234d8621b5818de3" providerId="LiveId" clId="{F25A7751-092C-4F1A-B5F8-1B03588692BE}" dt="2026-09-10T13:15:03.923" v="2037" actId="1035"/>
          <ac:spMkLst>
            <pc:docMk/>
            <pc:sldMk cId="876386115" sldId="269"/>
            <ac:spMk id="73" creationId="{0F836FEC-CA66-821D-1AC0-8C6DBD7462A4}"/>
          </ac:spMkLst>
        </pc:spChg>
        <pc:spChg chg="mod">
          <ac:chgData name="Sagar Metri" userId="234d8621b5818de3" providerId="LiveId" clId="{F25A7751-092C-4F1A-B5F8-1B03588692BE}" dt="2026-09-10T13:16:49.849" v="2068" actId="1035"/>
          <ac:spMkLst>
            <pc:docMk/>
            <pc:sldMk cId="876386115" sldId="269"/>
            <ac:spMk id="74" creationId="{FE768B02-4917-9317-1199-214DB73E57A5}"/>
          </ac:spMkLst>
        </pc:spChg>
        <pc:spChg chg="mod">
          <ac:chgData name="Sagar Metri" userId="234d8621b5818de3" providerId="LiveId" clId="{F25A7751-092C-4F1A-B5F8-1B03588692BE}" dt="2026-09-10T13:16:49.849" v="2068" actId="1035"/>
          <ac:spMkLst>
            <pc:docMk/>
            <pc:sldMk cId="876386115" sldId="269"/>
            <ac:spMk id="75" creationId="{1DA4FEB1-04E7-CD31-AD2B-73E999BE3E8B}"/>
          </ac:spMkLst>
        </pc:spChg>
        <pc:spChg chg="mod">
          <ac:chgData name="Sagar Metri" userId="234d8621b5818de3" providerId="LiveId" clId="{F25A7751-092C-4F1A-B5F8-1B03588692BE}" dt="2026-09-10T13:16:49.849" v="2068" actId="1035"/>
          <ac:spMkLst>
            <pc:docMk/>
            <pc:sldMk cId="876386115" sldId="269"/>
            <ac:spMk id="76" creationId="{09037D44-3B72-F27A-3E0D-72B366D44C19}"/>
          </ac:spMkLst>
        </pc:spChg>
        <pc:spChg chg="mod">
          <ac:chgData name="Sagar Metri" userId="234d8621b5818de3" providerId="LiveId" clId="{F25A7751-092C-4F1A-B5F8-1B03588692BE}" dt="2026-09-10T13:15:09.607" v="2043" actId="1035"/>
          <ac:spMkLst>
            <pc:docMk/>
            <pc:sldMk cId="876386115" sldId="269"/>
            <ac:spMk id="78" creationId="{53B3F826-EECB-20C1-2C11-C68F3A0F498F}"/>
          </ac:spMkLst>
        </pc:spChg>
        <pc:spChg chg="mod">
          <ac:chgData name="Sagar Metri" userId="234d8621b5818de3" providerId="LiveId" clId="{F25A7751-092C-4F1A-B5F8-1B03588692BE}" dt="2026-09-10T13:15:03.923" v="2037" actId="1035"/>
          <ac:spMkLst>
            <pc:docMk/>
            <pc:sldMk cId="876386115" sldId="269"/>
            <ac:spMk id="79" creationId="{7B0881BB-0B9E-C780-1E83-33F7589C9D6D}"/>
          </ac:spMkLst>
        </pc:spChg>
        <pc:spChg chg="mod">
          <ac:chgData name="Sagar Metri" userId="234d8621b5818de3" providerId="LiveId" clId="{F25A7751-092C-4F1A-B5F8-1B03588692BE}" dt="2026-09-10T13:16:49.849" v="2068" actId="1035"/>
          <ac:spMkLst>
            <pc:docMk/>
            <pc:sldMk cId="876386115" sldId="269"/>
            <ac:spMk id="80" creationId="{131ED334-23FD-87BF-79DF-350D727861A6}"/>
          </ac:spMkLst>
        </pc:spChg>
        <pc:spChg chg="mod">
          <ac:chgData name="Sagar Metri" userId="234d8621b5818de3" providerId="LiveId" clId="{F25A7751-092C-4F1A-B5F8-1B03588692BE}" dt="2026-09-10T13:16:49.849" v="2068" actId="1035"/>
          <ac:spMkLst>
            <pc:docMk/>
            <pc:sldMk cId="876386115" sldId="269"/>
            <ac:spMk id="81" creationId="{1D956625-D32D-AE9D-E9FC-D7352FD6C28A}"/>
          </ac:spMkLst>
        </pc:spChg>
        <pc:spChg chg="mod">
          <ac:chgData name="Sagar Metri" userId="234d8621b5818de3" providerId="LiveId" clId="{F25A7751-092C-4F1A-B5F8-1B03588692BE}" dt="2026-09-10T13:16:49.849" v="2068" actId="1035"/>
          <ac:spMkLst>
            <pc:docMk/>
            <pc:sldMk cId="876386115" sldId="269"/>
            <ac:spMk id="82" creationId="{A9F87795-4803-8540-CA87-2023336D7E17}"/>
          </ac:spMkLst>
        </pc:spChg>
        <pc:spChg chg="mod">
          <ac:chgData name="Sagar Metri" userId="234d8621b5818de3" providerId="LiveId" clId="{F25A7751-092C-4F1A-B5F8-1B03588692BE}" dt="2026-09-10T13:14:38.713" v="2020" actId="1035"/>
          <ac:spMkLst>
            <pc:docMk/>
            <pc:sldMk cId="876386115" sldId="269"/>
            <ac:spMk id="99" creationId="{272F29D3-5593-6C54-53AC-131751CAF6B0}"/>
          </ac:spMkLst>
        </pc:spChg>
        <pc:spChg chg="mod">
          <ac:chgData name="Sagar Metri" userId="234d8621b5818de3" providerId="LiveId" clId="{F25A7751-092C-4F1A-B5F8-1B03588692BE}" dt="2026-09-10T13:14:38.713" v="2020" actId="1035"/>
          <ac:spMkLst>
            <pc:docMk/>
            <pc:sldMk cId="876386115" sldId="269"/>
            <ac:spMk id="125" creationId="{07D8CA28-FF9E-6B70-FA7F-A8AEEAC61BB2}"/>
          </ac:spMkLst>
        </pc:spChg>
        <pc:spChg chg="mod">
          <ac:chgData name="Sagar Metri" userId="234d8621b5818de3" providerId="LiveId" clId="{F25A7751-092C-4F1A-B5F8-1B03588692BE}" dt="2026-09-10T13:14:38.713" v="2020" actId="1035"/>
          <ac:spMkLst>
            <pc:docMk/>
            <pc:sldMk cId="876386115" sldId="269"/>
            <ac:spMk id="126" creationId="{1E07315A-BC9B-8D1F-CD0D-FDE867E4B044}"/>
          </ac:spMkLst>
        </pc:spChg>
        <pc:spChg chg="mod">
          <ac:chgData name="Sagar Metri" userId="234d8621b5818de3" providerId="LiveId" clId="{F25A7751-092C-4F1A-B5F8-1B03588692BE}" dt="2026-09-10T13:14:38.713" v="2020" actId="1035"/>
          <ac:spMkLst>
            <pc:docMk/>
            <pc:sldMk cId="876386115" sldId="269"/>
            <ac:spMk id="130" creationId="{BFA134D7-6895-C058-0DCA-A3ED7EC7E23D}"/>
          </ac:spMkLst>
        </pc:spChg>
        <pc:spChg chg="mod">
          <ac:chgData name="Sagar Metri" userId="234d8621b5818de3" providerId="LiveId" clId="{F25A7751-092C-4F1A-B5F8-1B03588692BE}" dt="2026-09-10T13:14:38.713" v="2020" actId="1035"/>
          <ac:spMkLst>
            <pc:docMk/>
            <pc:sldMk cId="876386115" sldId="269"/>
            <ac:spMk id="140" creationId="{9A30DAC5-2B4E-E2C1-0A81-0DCE65879599}"/>
          </ac:spMkLst>
        </pc:spChg>
        <pc:spChg chg="mod">
          <ac:chgData name="Sagar Metri" userId="234d8621b5818de3" providerId="LiveId" clId="{F25A7751-092C-4F1A-B5F8-1B03588692BE}" dt="2026-09-10T13:14:38.713" v="2020" actId="1035"/>
          <ac:spMkLst>
            <pc:docMk/>
            <pc:sldMk cId="876386115" sldId="269"/>
            <ac:spMk id="142" creationId="{13064AD6-0DCD-EB6F-587C-DD0807A27DAF}"/>
          </ac:spMkLst>
        </pc:spChg>
        <pc:spChg chg="mod">
          <ac:chgData name="Sagar Metri" userId="234d8621b5818de3" providerId="LiveId" clId="{F25A7751-092C-4F1A-B5F8-1B03588692BE}" dt="2026-09-10T13:14:38.713" v="2020" actId="1035"/>
          <ac:spMkLst>
            <pc:docMk/>
            <pc:sldMk cId="876386115" sldId="269"/>
            <ac:spMk id="145" creationId="{969B813D-5572-F9C2-6368-115BCC26E08B}"/>
          </ac:spMkLst>
        </pc:spChg>
        <pc:spChg chg="mod">
          <ac:chgData name="Sagar Metri" userId="234d8621b5818de3" providerId="LiveId" clId="{F25A7751-092C-4F1A-B5F8-1B03588692BE}" dt="2026-09-10T13:14:38.713" v="2020" actId="1035"/>
          <ac:spMkLst>
            <pc:docMk/>
            <pc:sldMk cId="876386115" sldId="269"/>
            <ac:spMk id="147" creationId="{8680A1F6-92E1-4CC4-D44D-46252EC9134C}"/>
          </ac:spMkLst>
        </pc:spChg>
        <pc:spChg chg="mod">
          <ac:chgData name="Sagar Metri" userId="234d8621b5818de3" providerId="LiveId" clId="{F25A7751-092C-4F1A-B5F8-1B03588692BE}" dt="2026-09-10T13:14:38.713" v="2020" actId="1035"/>
          <ac:spMkLst>
            <pc:docMk/>
            <pc:sldMk cId="876386115" sldId="269"/>
            <ac:spMk id="148" creationId="{C732480C-A4D4-CCE0-E580-9887C8C59B8C}"/>
          </ac:spMkLst>
        </pc:spChg>
        <pc:spChg chg="mod">
          <ac:chgData name="Sagar Metri" userId="234d8621b5818de3" providerId="LiveId" clId="{F25A7751-092C-4F1A-B5F8-1B03588692BE}" dt="2026-09-10T13:15:03.923" v="2037" actId="1035"/>
          <ac:spMkLst>
            <pc:docMk/>
            <pc:sldMk cId="876386115" sldId="269"/>
            <ac:spMk id="184" creationId="{CCD3C3AA-9AC3-C1DD-C9DE-80366E13C43E}"/>
          </ac:spMkLst>
        </pc:spChg>
        <pc:spChg chg="mod">
          <ac:chgData name="Sagar Metri" userId="234d8621b5818de3" providerId="LiveId" clId="{F25A7751-092C-4F1A-B5F8-1B03588692BE}" dt="2026-09-10T13:16:49.849" v="2068" actId="1035"/>
          <ac:spMkLst>
            <pc:docMk/>
            <pc:sldMk cId="876386115" sldId="269"/>
            <ac:spMk id="187" creationId="{44D12E84-33D8-6AD4-CA3B-291B06FB9A4C}"/>
          </ac:spMkLst>
        </pc:spChg>
        <pc:spChg chg="mod">
          <ac:chgData name="Sagar Metri" userId="234d8621b5818de3" providerId="LiveId" clId="{F25A7751-092C-4F1A-B5F8-1B03588692BE}" dt="2026-09-10T13:16:54.377" v="2071" actId="1035"/>
          <ac:spMkLst>
            <pc:docMk/>
            <pc:sldMk cId="876386115" sldId="269"/>
            <ac:spMk id="188" creationId="{049B91A6-A8BF-7F45-D050-E274FE5172EA}"/>
          </ac:spMkLst>
        </pc:spChg>
        <pc:grpChg chg="mod">
          <ac:chgData name="Sagar Metri" userId="234d8621b5818de3" providerId="LiveId" clId="{F25A7751-092C-4F1A-B5F8-1B03588692BE}" dt="2026-09-10T13:14:01.417" v="2009" actId="1076"/>
          <ac:grpSpMkLst>
            <pc:docMk/>
            <pc:sldMk cId="876386115" sldId="269"/>
            <ac:grpSpMk id="3" creationId="{18B456F7-35C2-CD10-DDE8-9F10EA7321B9}"/>
          </ac:grpSpMkLst>
        </pc:grpChg>
        <pc:graphicFrameChg chg="add mod modGraphic">
          <ac:chgData name="Sagar Metri" userId="234d8621b5818de3" providerId="LiveId" clId="{F25A7751-092C-4F1A-B5F8-1B03588692BE}" dt="2026-09-10T13:17:07.299" v="2073" actId="1076"/>
          <ac:graphicFrameMkLst>
            <pc:docMk/>
            <pc:sldMk cId="876386115" sldId="269"/>
            <ac:graphicFrameMk id="8" creationId="{009EEF70-1519-0A09-1A34-BAAC089670AA}"/>
          </ac:graphicFrameMkLst>
        </pc:graphicFrameChg>
        <pc:graphicFrameChg chg="del">
          <ac:chgData name="Sagar Metri" userId="234d8621b5818de3" providerId="LiveId" clId="{F25A7751-092C-4F1A-B5F8-1B03588692BE}" dt="2026-09-10T13:04:09.151" v="1828" actId="478"/>
          <ac:graphicFrameMkLst>
            <pc:docMk/>
            <pc:sldMk cId="876386115" sldId="269"/>
            <ac:graphicFrameMk id="24" creationId="{5E780B36-2D35-0A6A-EF0F-2DECCEA30E9C}"/>
          </ac:graphicFrameMkLst>
        </pc:graphicFrameChg>
        <pc:picChg chg="mod">
          <ac:chgData name="Sagar Metri" userId="234d8621b5818de3" providerId="LiveId" clId="{F25A7751-092C-4F1A-B5F8-1B03588692BE}" dt="2026-09-10T13:14:01.417" v="2009" actId="1076"/>
          <ac:picMkLst>
            <pc:docMk/>
            <pc:sldMk cId="876386115" sldId="269"/>
            <ac:picMk id="12" creationId="{94E7AB78-F47C-65C2-CED5-E122D107E673}"/>
          </ac:picMkLst>
        </pc:picChg>
        <pc:picChg chg="mod">
          <ac:chgData name="Sagar Metri" userId="234d8621b5818de3" providerId="LiveId" clId="{F25A7751-092C-4F1A-B5F8-1B03588692BE}" dt="2026-09-10T13:14:01.417" v="2009" actId="1076"/>
          <ac:picMkLst>
            <pc:docMk/>
            <pc:sldMk cId="876386115" sldId="269"/>
            <ac:picMk id="13" creationId="{4A7FD12F-D6AD-A300-9F4F-5AE7317B25AE}"/>
          </ac:picMkLst>
        </pc:picChg>
        <pc:picChg chg="mod">
          <ac:chgData name="Sagar Metri" userId="234d8621b5818de3" providerId="LiveId" clId="{F25A7751-092C-4F1A-B5F8-1B03588692BE}" dt="2026-09-10T13:14:01.417" v="2009" actId="1076"/>
          <ac:picMkLst>
            <pc:docMk/>
            <pc:sldMk cId="876386115" sldId="269"/>
            <ac:picMk id="14" creationId="{2503AF8D-5637-DE8D-DB35-0AB98BA8FEC9}"/>
          </ac:picMkLst>
        </pc:picChg>
      </pc:sldChg>
      <pc:sldChg chg="addSp delSp modSp del mod">
        <pc:chgData name="Sagar Metri" userId="234d8621b5818de3" providerId="LiveId" clId="{F25A7751-092C-4F1A-B5F8-1B03588692BE}" dt="2026-09-10T13:23:26.671" v="2084" actId="2696"/>
        <pc:sldMkLst>
          <pc:docMk/>
          <pc:sldMk cId="1057245830" sldId="272"/>
        </pc:sldMkLst>
        <pc:spChg chg="add">
          <ac:chgData name="Sagar Metri" userId="234d8621b5818de3" providerId="LiveId" clId="{F25A7751-092C-4F1A-B5F8-1B03588692BE}" dt="2026-09-05T12:52:27.046" v="99" actId="22"/>
          <ac:spMkLst>
            <pc:docMk/>
            <pc:sldMk cId="1057245830" sldId="272"/>
            <ac:spMk id="6" creationId="{76A20596-BEFB-96EE-9B33-3AAF05C7AAF9}"/>
          </ac:spMkLst>
        </pc:spChg>
        <pc:spChg chg="del">
          <ac:chgData name="Sagar Metri" userId="234d8621b5818de3" providerId="LiveId" clId="{F25A7751-092C-4F1A-B5F8-1B03588692BE}" dt="2026-09-10T11:19:31.407" v="1154" actId="478"/>
          <ac:spMkLst>
            <pc:docMk/>
            <pc:sldMk cId="1057245830" sldId="272"/>
            <ac:spMk id="16" creationId="{096ADFC9-27A0-E8FB-CBF5-F8B8E3EA6460}"/>
          </ac:spMkLst>
        </pc:spChg>
        <pc:spChg chg="mod">
          <ac:chgData name="Sagar Metri" userId="234d8621b5818de3" providerId="LiveId" clId="{F25A7751-092C-4F1A-B5F8-1B03588692BE}" dt="2026-09-10T11:22:36.135" v="1164" actId="14100"/>
          <ac:spMkLst>
            <pc:docMk/>
            <pc:sldMk cId="1057245830" sldId="272"/>
            <ac:spMk id="225" creationId="{7D1FB9B0-78BE-3597-7113-77CD113679E3}"/>
          </ac:spMkLst>
        </pc:spChg>
        <pc:spChg chg="mod">
          <ac:chgData name="Sagar Metri" userId="234d8621b5818de3" providerId="LiveId" clId="{F25A7751-092C-4F1A-B5F8-1B03588692BE}" dt="2026-09-05T13:25:47.321" v="568" actId="14100"/>
          <ac:spMkLst>
            <pc:docMk/>
            <pc:sldMk cId="1057245830" sldId="272"/>
            <ac:spMk id="233" creationId="{B85B4981-5DD3-55CE-128F-EE5285A8C6C1}"/>
          </ac:spMkLst>
        </pc:spChg>
        <pc:spChg chg="del">
          <ac:chgData name="Sagar Metri" userId="234d8621b5818de3" providerId="LiveId" clId="{F25A7751-092C-4F1A-B5F8-1B03588692BE}" dt="2026-09-10T11:17:54.592" v="1152" actId="478"/>
          <ac:spMkLst>
            <pc:docMk/>
            <pc:sldMk cId="1057245830" sldId="272"/>
            <ac:spMk id="240" creationId="{7744C190-5BEF-A23D-66A5-9A66D23B1E80}"/>
          </ac:spMkLst>
        </pc:spChg>
        <pc:spChg chg="del">
          <ac:chgData name="Sagar Metri" userId="234d8621b5818de3" providerId="LiveId" clId="{F25A7751-092C-4F1A-B5F8-1B03588692BE}" dt="2026-09-10T11:17:54.592" v="1152" actId="478"/>
          <ac:spMkLst>
            <pc:docMk/>
            <pc:sldMk cId="1057245830" sldId="272"/>
            <ac:spMk id="267" creationId="{88BBAD9C-8955-DB83-6D81-2058FD0EAE14}"/>
          </ac:spMkLst>
        </pc:spChg>
        <pc:spChg chg="del">
          <ac:chgData name="Sagar Metri" userId="234d8621b5818de3" providerId="LiveId" clId="{F25A7751-092C-4F1A-B5F8-1B03588692BE}" dt="2026-09-10T11:17:54.592" v="1152" actId="478"/>
          <ac:spMkLst>
            <pc:docMk/>
            <pc:sldMk cId="1057245830" sldId="272"/>
            <ac:spMk id="268" creationId="{0FE9DB4E-B733-22D1-2E79-8CFE08D7062D}"/>
          </ac:spMkLst>
        </pc:spChg>
        <pc:spChg chg="add del">
          <ac:chgData name="Sagar Metri" userId="234d8621b5818de3" providerId="LiveId" clId="{F25A7751-092C-4F1A-B5F8-1B03588692BE}" dt="2026-09-10T11:19:41.263" v="1157" actId="478"/>
          <ac:spMkLst>
            <pc:docMk/>
            <pc:sldMk cId="1057245830" sldId="272"/>
            <ac:spMk id="271" creationId="{93F45947-886D-1898-75A6-3BF2B23A4269}"/>
          </ac:spMkLst>
        </pc:spChg>
        <pc:grpChg chg="del">
          <ac:chgData name="Sagar Metri" userId="234d8621b5818de3" providerId="LiveId" clId="{F25A7751-092C-4F1A-B5F8-1B03588692BE}" dt="2026-09-10T11:17:50.226" v="1151" actId="478"/>
          <ac:grpSpMkLst>
            <pc:docMk/>
            <pc:sldMk cId="1057245830" sldId="272"/>
            <ac:grpSpMk id="215" creationId="{D65BF585-9DE9-4F0C-81DD-272CE2393B3B}"/>
          </ac:grpSpMkLst>
        </pc:grpChg>
        <pc:graphicFrameChg chg="add mod modGraphic">
          <ac:chgData name="Sagar Metri" userId="234d8621b5818de3" providerId="LiveId" clId="{F25A7751-092C-4F1A-B5F8-1B03588692BE}" dt="2026-09-10T11:19:59.836" v="1163" actId="1076"/>
          <ac:graphicFrameMkLst>
            <pc:docMk/>
            <pc:sldMk cId="1057245830" sldId="272"/>
            <ac:graphicFrameMk id="2" creationId="{3B25665E-9360-FF7C-B0B4-A132A290AA38}"/>
          </ac:graphicFrameMkLst>
        </pc:graphicFrameChg>
        <pc:graphicFrameChg chg="del">
          <ac:chgData name="Sagar Metri" userId="234d8621b5818de3" providerId="LiveId" clId="{F25A7751-092C-4F1A-B5F8-1B03588692BE}" dt="2026-09-10T11:19:29.298" v="1153" actId="478"/>
          <ac:graphicFrameMkLst>
            <pc:docMk/>
            <pc:sldMk cId="1057245830" sldId="272"/>
            <ac:graphicFrameMk id="12" creationId="{477A8E52-D2C1-3895-FE37-42ADF2C2A797}"/>
          </ac:graphicFrameMkLst>
        </pc:graphicFrameChg>
        <pc:graphicFrameChg chg="del">
          <ac:chgData name="Sagar Metri" userId="234d8621b5818de3" providerId="LiveId" clId="{F25A7751-092C-4F1A-B5F8-1B03588692BE}" dt="2026-09-10T11:19:29.298" v="1153" actId="478"/>
          <ac:graphicFrameMkLst>
            <pc:docMk/>
            <pc:sldMk cId="1057245830" sldId="272"/>
            <ac:graphicFrameMk id="270" creationId="{EB6DF724-EEF8-5E3D-F287-8D86799B6FD9}"/>
          </ac:graphicFrameMkLst>
        </pc:graphicFrameChg>
        <pc:picChg chg="mod">
          <ac:chgData name="Sagar Metri" userId="234d8621b5818de3" providerId="LiveId" clId="{F25A7751-092C-4F1A-B5F8-1B03588692BE}" dt="2026-09-05T12:59:01.998" v="187" actId="1036"/>
          <ac:picMkLst>
            <pc:docMk/>
            <pc:sldMk cId="1057245830" sldId="272"/>
            <ac:picMk id="9" creationId="{E716C867-48E8-8DFE-69EB-E80FD82E6F2B}"/>
          </ac:picMkLst>
        </pc:picChg>
        <pc:picChg chg="mod">
          <ac:chgData name="Sagar Metri" userId="234d8621b5818de3" providerId="LiveId" clId="{F25A7751-092C-4F1A-B5F8-1B03588692BE}" dt="2026-09-05T12:59:01.998" v="187" actId="1036"/>
          <ac:picMkLst>
            <pc:docMk/>
            <pc:sldMk cId="1057245830" sldId="272"/>
            <ac:picMk id="10" creationId="{28B5929A-9DD6-81EE-784E-4949DB274940}"/>
          </ac:picMkLst>
        </pc:picChg>
      </pc:sldChg>
      <pc:sldChg chg="addSp delSp modSp add mod">
        <pc:chgData name="Sagar Metri" userId="234d8621b5818de3" providerId="LiveId" clId="{F25A7751-092C-4F1A-B5F8-1B03588692BE}" dt="2026-09-05T15:29:31.241" v="1150"/>
        <pc:sldMkLst>
          <pc:docMk/>
          <pc:sldMk cId="1834202054" sldId="273"/>
        </pc:sldMkLst>
        <pc:spChg chg="add mod">
          <ac:chgData name="Sagar Metri" userId="234d8621b5818de3" providerId="LiveId" clId="{F25A7751-092C-4F1A-B5F8-1B03588692BE}" dt="2026-09-05T15:08:37.018" v="1026" actId="2711"/>
          <ac:spMkLst>
            <pc:docMk/>
            <pc:sldMk cId="1834202054" sldId="273"/>
            <ac:spMk id="4" creationId="{6AC30EA8-9D18-3796-1E2E-75367E07DE2A}"/>
          </ac:spMkLst>
        </pc:spChg>
        <pc:spChg chg="mod">
          <ac:chgData name="Sagar Metri" userId="234d8621b5818de3" providerId="LiveId" clId="{F25A7751-092C-4F1A-B5F8-1B03588692BE}" dt="2026-09-05T15:08:37.018" v="1026" actId="2711"/>
          <ac:spMkLst>
            <pc:docMk/>
            <pc:sldMk cId="1834202054" sldId="273"/>
            <ac:spMk id="5" creationId="{6F5302EB-5D1F-D83B-D033-AF7C1DE5535F}"/>
          </ac:spMkLst>
        </pc:spChg>
        <pc:spChg chg="mod">
          <ac:chgData name="Sagar Metri" userId="234d8621b5818de3" providerId="LiveId" clId="{F25A7751-092C-4F1A-B5F8-1B03588692BE}" dt="2026-09-05T15:08:37.018" v="1026" actId="2711"/>
          <ac:spMkLst>
            <pc:docMk/>
            <pc:sldMk cId="1834202054" sldId="273"/>
            <ac:spMk id="11" creationId="{9FEFD0E3-6E85-2FF4-0FA1-DE3D53211DF0}"/>
          </ac:spMkLst>
        </pc:spChg>
        <pc:spChg chg="add mod">
          <ac:chgData name="Sagar Metri" userId="234d8621b5818de3" providerId="LiveId" clId="{F25A7751-092C-4F1A-B5F8-1B03588692BE}" dt="2026-09-05T15:08:37.018" v="1026" actId="2711"/>
          <ac:spMkLst>
            <pc:docMk/>
            <pc:sldMk cId="1834202054" sldId="273"/>
            <ac:spMk id="12" creationId="{0C710206-A8B0-96EE-7D9F-F18CBB7518E0}"/>
          </ac:spMkLst>
        </pc:spChg>
        <pc:spChg chg="add mod">
          <ac:chgData name="Sagar Metri" userId="234d8621b5818de3" providerId="LiveId" clId="{F25A7751-092C-4F1A-B5F8-1B03588692BE}" dt="2026-09-05T15:08:37.018" v="1026" actId="2711"/>
          <ac:spMkLst>
            <pc:docMk/>
            <pc:sldMk cId="1834202054" sldId="273"/>
            <ac:spMk id="14" creationId="{9C13F3DE-BE05-2E52-F0B6-DAF591EE2AF5}"/>
          </ac:spMkLst>
        </pc:spChg>
        <pc:spChg chg="add mod">
          <ac:chgData name="Sagar Metri" userId="234d8621b5818de3" providerId="LiveId" clId="{F25A7751-092C-4F1A-B5F8-1B03588692BE}" dt="2026-09-05T15:09:31.948" v="1074" actId="404"/>
          <ac:spMkLst>
            <pc:docMk/>
            <pc:sldMk cId="1834202054" sldId="273"/>
            <ac:spMk id="29" creationId="{BB7F642C-E913-22C3-9D23-BE7CCD1DE46C}"/>
          </ac:spMkLst>
        </pc:spChg>
        <pc:spChg chg="add mod">
          <ac:chgData name="Sagar Metri" userId="234d8621b5818de3" providerId="LiveId" clId="{F25A7751-092C-4F1A-B5F8-1B03588692BE}" dt="2026-09-05T15:15:43.727" v="1090" actId="404"/>
          <ac:spMkLst>
            <pc:docMk/>
            <pc:sldMk cId="1834202054" sldId="273"/>
            <ac:spMk id="31" creationId="{18FA0D42-1BFD-D371-6216-C1B14099A293}"/>
          </ac:spMkLst>
        </pc:spChg>
        <pc:spChg chg="add mod">
          <ac:chgData name="Sagar Metri" userId="234d8621b5818de3" providerId="LiveId" clId="{F25A7751-092C-4F1A-B5F8-1B03588692BE}" dt="2026-09-05T15:19:45.373" v="1142" actId="20577"/>
          <ac:spMkLst>
            <pc:docMk/>
            <pc:sldMk cId="1834202054" sldId="273"/>
            <ac:spMk id="34" creationId="{B8D6D172-E4A6-9634-85A3-833EA026739F}"/>
          </ac:spMkLst>
        </pc:spChg>
        <pc:spChg chg="add mod">
          <ac:chgData name="Sagar Metri" userId="234d8621b5818de3" providerId="LiveId" clId="{F25A7751-092C-4F1A-B5F8-1B03588692BE}" dt="2026-09-05T15:19:55.265" v="1149" actId="20577"/>
          <ac:spMkLst>
            <pc:docMk/>
            <pc:sldMk cId="1834202054" sldId="273"/>
            <ac:spMk id="35" creationId="{047C3688-A1C6-CC11-6EAB-80CCEF926132}"/>
          </ac:spMkLst>
        </pc:spChg>
        <pc:spChg chg="add mod">
          <ac:chgData name="Sagar Metri" userId="234d8621b5818de3" providerId="LiveId" clId="{F25A7751-092C-4F1A-B5F8-1B03588692BE}" dt="2026-09-05T15:17:14.765" v="1114" actId="1076"/>
          <ac:spMkLst>
            <pc:docMk/>
            <pc:sldMk cId="1834202054" sldId="273"/>
            <ac:spMk id="36" creationId="{C0DA02D2-4E51-DF24-5659-6C8EC369DB43}"/>
          </ac:spMkLst>
        </pc:spChg>
        <pc:graphicFrameChg chg="add mod">
          <ac:chgData name="Sagar Metri" userId="234d8621b5818de3" providerId="LiveId" clId="{F25A7751-092C-4F1A-B5F8-1B03588692BE}" dt="2026-09-05T15:29:31.241" v="1150"/>
          <ac:graphicFrameMkLst>
            <pc:docMk/>
            <pc:sldMk cId="1834202054" sldId="273"/>
            <ac:graphicFrameMk id="9" creationId="{A5A7BEEC-2F5B-913F-B179-FE589EF5269A}"/>
          </ac:graphicFrameMkLst>
        </pc:graphicFrameChg>
        <pc:cxnChg chg="add mod">
          <ac:chgData name="Sagar Metri" userId="234d8621b5818de3" providerId="LiveId" clId="{F25A7751-092C-4F1A-B5F8-1B03588692BE}" dt="2026-09-05T15:00:00.626" v="889" actId="1076"/>
          <ac:cxnSpMkLst>
            <pc:docMk/>
            <pc:sldMk cId="1834202054" sldId="273"/>
            <ac:cxnSpMk id="15" creationId="{D81137CC-7767-5E48-89D0-7B7ED87236D4}"/>
          </ac:cxnSpMkLst>
        </pc:cxnChg>
        <pc:cxnChg chg="add mod">
          <ac:chgData name="Sagar Metri" userId="234d8621b5818de3" providerId="LiveId" clId="{F25A7751-092C-4F1A-B5F8-1B03588692BE}" dt="2026-09-05T15:00:00.626" v="889" actId="1076"/>
          <ac:cxnSpMkLst>
            <pc:docMk/>
            <pc:sldMk cId="1834202054" sldId="273"/>
            <ac:cxnSpMk id="21" creationId="{3D31272D-EA0F-D1A9-EDA9-4370F6FC8BA6}"/>
          </ac:cxnSpMkLst>
        </pc:cxnChg>
        <pc:cxnChg chg="add mod">
          <ac:chgData name="Sagar Metri" userId="234d8621b5818de3" providerId="LiveId" clId="{F25A7751-092C-4F1A-B5F8-1B03588692BE}" dt="2026-09-05T15:00:09.614" v="891" actId="14100"/>
          <ac:cxnSpMkLst>
            <pc:docMk/>
            <pc:sldMk cId="1834202054" sldId="273"/>
            <ac:cxnSpMk id="25" creationId="{B027B16B-36E5-2DF2-7BCA-1F13898F8279}"/>
          </ac:cxnSpMkLst>
        </pc:cxnChg>
        <pc:cxnChg chg="add mod">
          <ac:chgData name="Sagar Metri" userId="234d8621b5818de3" providerId="LiveId" clId="{F25A7751-092C-4F1A-B5F8-1B03588692BE}" dt="2026-09-05T15:17:26.396" v="1117" actId="14100"/>
          <ac:cxnSpMkLst>
            <pc:docMk/>
            <pc:sldMk cId="1834202054" sldId="273"/>
            <ac:cxnSpMk id="37" creationId="{7B35D4E1-7D9F-5B57-1089-7A8566889FE6}"/>
          </ac:cxnSpMkLst>
        </pc:cxnChg>
      </pc:sldChg>
      <pc:sldChg chg="addSp delSp modSp add mod">
        <pc:chgData name="Sagar Metri" userId="234d8621b5818de3" providerId="LiveId" clId="{F25A7751-092C-4F1A-B5F8-1B03588692BE}" dt="2026-09-10T13:22:59.387" v="2083" actId="113"/>
        <pc:sldMkLst>
          <pc:docMk/>
          <pc:sldMk cId="2368904415" sldId="274"/>
        </pc:sldMkLst>
        <pc:spChg chg="add mod">
          <ac:chgData name="Sagar Metri" userId="234d8621b5818de3" providerId="LiveId" clId="{F25A7751-092C-4F1A-B5F8-1B03588692BE}" dt="2026-09-10T13:08:42.038" v="1976"/>
          <ac:spMkLst>
            <pc:docMk/>
            <pc:sldMk cId="2368904415" sldId="274"/>
            <ac:spMk id="7" creationId="{1FA659C7-F2A7-37DB-FDB8-665B0BA9EA0D}"/>
          </ac:spMkLst>
        </pc:spChg>
        <pc:spChg chg="add mod">
          <ac:chgData name="Sagar Metri" userId="234d8621b5818de3" providerId="LiveId" clId="{F25A7751-092C-4F1A-B5F8-1B03588692BE}" dt="2026-09-10T13:08:42.038" v="1976"/>
          <ac:spMkLst>
            <pc:docMk/>
            <pc:sldMk cId="2368904415" sldId="274"/>
            <ac:spMk id="10" creationId="{BDCFD8FE-40AA-6534-EE8B-DF87E5A9910D}"/>
          </ac:spMkLst>
        </pc:spChg>
        <pc:spChg chg="add mod">
          <ac:chgData name="Sagar Metri" userId="234d8621b5818de3" providerId="LiveId" clId="{F25A7751-092C-4F1A-B5F8-1B03588692BE}" dt="2026-09-10T13:08:42.038" v="1976"/>
          <ac:spMkLst>
            <pc:docMk/>
            <pc:sldMk cId="2368904415" sldId="274"/>
            <ac:spMk id="21" creationId="{EEC2BD3B-622D-550A-F1CF-150D7AF95F36}"/>
          </ac:spMkLst>
        </pc:spChg>
        <pc:spChg chg="add mod">
          <ac:chgData name="Sagar Metri" userId="234d8621b5818de3" providerId="LiveId" clId="{F25A7751-092C-4F1A-B5F8-1B03588692BE}" dt="2026-09-10T13:08:42.038" v="1976"/>
          <ac:spMkLst>
            <pc:docMk/>
            <pc:sldMk cId="2368904415" sldId="274"/>
            <ac:spMk id="24" creationId="{B8EA81A8-11DE-1914-FC3D-56004A2285E6}"/>
          </ac:spMkLst>
        </pc:spChg>
        <pc:spChg chg="mod">
          <ac:chgData name="Sagar Metri" userId="234d8621b5818de3" providerId="LiveId" clId="{F25A7751-092C-4F1A-B5F8-1B03588692BE}" dt="2026-09-10T13:22:43.575" v="2077" actId="1076"/>
          <ac:spMkLst>
            <pc:docMk/>
            <pc:sldMk cId="2368904415" sldId="274"/>
            <ac:spMk id="25" creationId="{C7199213-0703-6D01-A3A1-F737CD987739}"/>
          </ac:spMkLst>
        </pc:spChg>
        <pc:spChg chg="add mod">
          <ac:chgData name="Sagar Metri" userId="234d8621b5818de3" providerId="LiveId" clId="{F25A7751-092C-4F1A-B5F8-1B03588692BE}" dt="2026-09-10T13:08:42.038" v="1976"/>
          <ac:spMkLst>
            <pc:docMk/>
            <pc:sldMk cId="2368904415" sldId="274"/>
            <ac:spMk id="26" creationId="{81D166C5-FB9D-CE1C-90DD-1B8133FE8D3A}"/>
          </ac:spMkLst>
        </pc:spChg>
        <pc:spChg chg="add mod">
          <ac:chgData name="Sagar Metri" userId="234d8621b5818de3" providerId="LiveId" clId="{F25A7751-092C-4F1A-B5F8-1B03588692BE}" dt="2026-09-10T13:08:42.038" v="1976"/>
          <ac:spMkLst>
            <pc:docMk/>
            <pc:sldMk cId="2368904415" sldId="274"/>
            <ac:spMk id="28" creationId="{BBFD7387-5B31-ED10-04CE-4294F65122ED}"/>
          </ac:spMkLst>
        </pc:spChg>
        <pc:spChg chg="add mod">
          <ac:chgData name="Sagar Metri" userId="234d8621b5818de3" providerId="LiveId" clId="{F25A7751-092C-4F1A-B5F8-1B03588692BE}" dt="2026-09-10T13:08:42.038" v="1976"/>
          <ac:spMkLst>
            <pc:docMk/>
            <pc:sldMk cId="2368904415" sldId="274"/>
            <ac:spMk id="41" creationId="{18124994-BAC2-6DC8-6C19-96843A2E87EB}"/>
          </ac:spMkLst>
        </pc:spChg>
        <pc:spChg chg="add mod">
          <ac:chgData name="Sagar Metri" userId="234d8621b5818de3" providerId="LiveId" clId="{F25A7751-092C-4F1A-B5F8-1B03588692BE}" dt="2026-09-10T13:08:42.038" v="1976"/>
          <ac:spMkLst>
            <pc:docMk/>
            <pc:sldMk cId="2368904415" sldId="274"/>
            <ac:spMk id="55" creationId="{AFF9F5E3-179D-D347-2EA8-1B1E97DF82A5}"/>
          </ac:spMkLst>
        </pc:spChg>
        <pc:spChg chg="add mod">
          <ac:chgData name="Sagar Metri" userId="234d8621b5818de3" providerId="LiveId" clId="{F25A7751-092C-4F1A-B5F8-1B03588692BE}" dt="2026-09-10T13:08:42.038" v="1976"/>
          <ac:spMkLst>
            <pc:docMk/>
            <pc:sldMk cId="2368904415" sldId="274"/>
            <ac:spMk id="62" creationId="{722A259E-F041-42A9-8F31-D40F95A7B22B}"/>
          </ac:spMkLst>
        </pc:spChg>
        <pc:spChg chg="add mod">
          <ac:chgData name="Sagar Metri" userId="234d8621b5818de3" providerId="LiveId" clId="{F25A7751-092C-4F1A-B5F8-1B03588692BE}" dt="2026-09-10T13:08:42.038" v="1976"/>
          <ac:spMkLst>
            <pc:docMk/>
            <pc:sldMk cId="2368904415" sldId="274"/>
            <ac:spMk id="65" creationId="{59D2AD12-27AF-A9D2-EFB5-610D49CD4BBE}"/>
          </ac:spMkLst>
        </pc:spChg>
        <pc:spChg chg="add mod">
          <ac:chgData name="Sagar Metri" userId="234d8621b5818de3" providerId="LiveId" clId="{F25A7751-092C-4F1A-B5F8-1B03588692BE}" dt="2026-09-10T13:22:59.387" v="2083" actId="113"/>
          <ac:spMkLst>
            <pc:docMk/>
            <pc:sldMk cId="2368904415" sldId="274"/>
            <ac:spMk id="95" creationId="{034042B6-E642-2FDE-E75C-AF88D3D96197}"/>
          </ac:spMkLst>
        </pc:spChg>
        <pc:spChg chg="del">
          <ac:chgData name="Sagar Metri" userId="234d8621b5818de3" providerId="LiveId" clId="{F25A7751-092C-4F1A-B5F8-1B03588692BE}" dt="2026-09-10T11:25:04.242" v="1225" actId="478"/>
          <ac:spMkLst>
            <pc:docMk/>
            <pc:sldMk cId="2368904415" sldId="274"/>
            <ac:spMk id="133" creationId="{828F081A-6AF4-A663-89DD-D27BB469E026}"/>
          </ac:spMkLst>
        </pc:spChg>
        <pc:graphicFrameChg chg="add mod modGraphic">
          <ac:chgData name="Sagar Metri" userId="234d8621b5818de3" providerId="LiveId" clId="{F25A7751-092C-4F1A-B5F8-1B03588692BE}" dt="2026-09-10T13:09:00.296" v="1983" actId="1035"/>
          <ac:graphicFrameMkLst>
            <pc:docMk/>
            <pc:sldMk cId="2368904415" sldId="274"/>
            <ac:graphicFrameMk id="5" creationId="{BB81924D-DA16-A01F-3AFE-56690755AEA0}"/>
          </ac:graphicFrameMkLst>
        </pc:graphicFrameChg>
        <pc:graphicFrameChg chg="del">
          <ac:chgData name="Sagar Metri" userId="234d8621b5818de3" providerId="LiveId" clId="{F25A7751-092C-4F1A-B5F8-1B03588692BE}" dt="2026-09-10T11:25:04.242" v="1225" actId="478"/>
          <ac:graphicFrameMkLst>
            <pc:docMk/>
            <pc:sldMk cId="2368904415" sldId="274"/>
            <ac:graphicFrameMk id="130" creationId="{10236847-37A7-54C9-A374-BAC49BB1E1DA}"/>
          </ac:graphicFrameMkLst>
        </pc:graphicFrameChg>
        <pc:cxnChg chg="mod">
          <ac:chgData name="Sagar Metri" userId="234d8621b5818de3" providerId="LiveId" clId="{F25A7751-092C-4F1A-B5F8-1B03588692BE}" dt="2026-09-10T13:22:43.575" v="2077" actId="1076"/>
          <ac:cxnSpMkLst>
            <pc:docMk/>
            <pc:sldMk cId="2368904415" sldId="274"/>
            <ac:cxnSpMk id="29" creationId="{45008919-E3E4-1C8C-A878-5F5613B2B03B}"/>
          </ac:cxnSpMkLst>
        </pc:cxnChg>
        <pc:cxnChg chg="mod">
          <ac:chgData name="Sagar Metri" userId="234d8621b5818de3" providerId="LiveId" clId="{F25A7751-092C-4F1A-B5F8-1B03588692BE}" dt="2026-09-10T13:22:43.575" v="2077" actId="1076"/>
          <ac:cxnSpMkLst>
            <pc:docMk/>
            <pc:sldMk cId="2368904415" sldId="274"/>
            <ac:cxnSpMk id="30" creationId="{2542E157-6D38-FF5D-C9CC-2BAEFDAE40E7}"/>
          </ac:cxnSpMkLst>
        </pc:cxnChg>
        <pc:cxnChg chg="mod">
          <ac:chgData name="Sagar Metri" userId="234d8621b5818de3" providerId="LiveId" clId="{F25A7751-092C-4F1A-B5F8-1B03588692BE}" dt="2026-09-10T13:22:43.575" v="2077" actId="1076"/>
          <ac:cxnSpMkLst>
            <pc:docMk/>
            <pc:sldMk cId="2368904415" sldId="274"/>
            <ac:cxnSpMk id="31" creationId="{A2F6C668-54E4-47C5-9E12-1518546FADCB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B84E9-AF20-3C6B-402A-8F270EEDF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1C043-DFE3-FCAB-084F-E14351B0F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6DA54-5057-4460-D4D3-7C18B1895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B9FD-88DB-4B59-9BAA-F42F53ABF56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96DC4-4843-0573-6E8E-731468752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2FD80-5C95-8A12-523A-F2AB0B3AB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2E9F2-663F-498D-B44A-BC55065FFB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2423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2D15E-1228-88CD-4713-1D56E43E2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DB68C-BF5A-09FC-8C2E-9E71AAA681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C8CDF-AF0A-C322-76B9-DB997BC8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B9FD-88DB-4B59-9BAA-F42F53ABF56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25ADFB-FC8D-ADF3-96FC-B242E4C3B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E4FF6-D66F-52E1-9F70-D91AA1F3B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2E9F2-663F-498D-B44A-BC55065FFB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039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12F48-8675-1E1C-5D7D-8190643D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D9C41B-4FCD-8CED-4700-0C863281C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2FD96C-F80C-E778-FDF9-AB2DE10AA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B9FD-88DB-4B59-9BAA-F42F53ABF56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7C9ED7-6B1A-CF5B-1588-567F2F31B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9D379-ADBE-B804-2D2B-51E7ABC18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2E9F2-663F-498D-B44A-BC55065FFB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984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25685-FC6A-8AF2-85DF-2F6D6AA23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1D7D4-2B8C-53DF-D1EB-BA5F4689D5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BFCE80-59D2-0B42-C949-36E0D5B09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ED104-690B-FAAD-7897-F5EA7C82C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B9FD-88DB-4B59-9BAA-F42F53ABF56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1625B2-03BA-F15E-3493-04B07141D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61948-5A57-495A-3BF1-C9860669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2E9F2-663F-498D-B44A-BC55065FFB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1080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0D091-55F4-01A4-AC5D-B606F32A5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3E5EA7-E48E-FA43-F2EE-15674F487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B869A-92E7-EEB9-836A-E6D13EE7D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524B33-5827-F803-A43C-11EA6EB26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DBDB31-0B3B-A2DA-3C3E-CEE4F45AB2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0BC64D-B91A-D01B-278D-465356FA2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B9FD-88DB-4B59-9BAA-F42F53ABF56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EBA8E8-54AF-1F5C-E53D-524D558FA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0265F1-BFAC-2763-CC80-68AEC704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2E9F2-663F-498D-B44A-BC55065FFB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2764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56AEB-9717-5BB2-77E6-DA6EB7E9F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102CBA-241E-413F-4BB7-C9BD0CC11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B9FD-88DB-4B59-9BAA-F42F53ABF56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8E5A2A-5F21-25ED-0259-E98455DEA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DCF5B8-B06B-87FA-9CA8-2F64C296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2E9F2-663F-498D-B44A-BC55065FFB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926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1C3230-DB18-4958-728D-5374637FE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B9FD-88DB-4B59-9BAA-F42F53ABF56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D9A94E-AD5D-9A87-DDCB-8FF60ABF9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D8ED2-5D12-DFCF-7140-3F8553796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2E9F2-663F-498D-B44A-BC55065FFB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8571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B9461-55A3-66EC-AB96-779464D15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A80EC-2304-95D7-559F-BFDDB3AB6A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4E033-F799-BC6B-8802-3F9B04C87D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A76D84-AD5F-AFCB-A4E9-6E536BCF9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B9FD-88DB-4B59-9BAA-F42F53ABF56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263C5-75A6-C0BC-E8A7-F6BC37032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6A4291-70F3-B087-59A1-5690968D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2E9F2-663F-498D-B44A-BC55065FFB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319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A0BCB-5670-40C2-11F8-6690D24F9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B2838E-1E7C-7090-FCBA-BF6CE0673B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CFFDA-24D1-F7E3-E980-BB6EADFDE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17A569-4536-A27E-F2B9-9D0A43F46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B9FD-88DB-4B59-9BAA-F42F53ABF56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DA52F5-700B-78A7-867E-EDE4CE40A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A8E0A-9448-6515-2E3E-B69CE21B7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2E9F2-663F-498D-B44A-BC55065FFB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89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A21AD-2EA2-E5CD-CDF1-18FE0F9AC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BCCC1E-3958-42A2-2922-5622749D4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0ECD2-5EF9-D2D9-C805-CE4A6242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B9FD-88DB-4B59-9BAA-F42F53ABF56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A6D39B-7BD9-47FC-7788-A92EAC53F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F205F-BD66-E8C4-CDDA-8DBD12A7E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2E9F2-663F-498D-B44A-BC55065FFB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2360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389B09-E902-1594-B198-4F661644B4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EB8B1-AD60-D65A-6F7A-893E4DD3A4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11D218-922F-11D5-45A6-E091D6E4C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FB9FD-88DB-4B59-9BAA-F42F53ABF56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7702D-4DCC-3FB2-99A7-9CD8DF559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63F30-05D0-278F-9459-349AC2AE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2E9F2-663F-498D-B44A-BC55065FFB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170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627AE4-6506-89AE-DC15-4E86CD285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EB73C-D5A9-B99E-1881-35C05320E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AB671-5624-4B27-2EC9-C96417B1DD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4FB9FD-88DB-4B59-9BAA-F42F53ABF56D}" type="datetimeFigureOut">
              <a:rPr lang="en-IN" smtClean="0"/>
              <a:t>10-09-2026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1074A-6596-44E5-7AF3-22B4ADCACF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F1C56-F2F3-E6EA-6789-8C6D9859C8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72E9F2-663F-498D-B44A-BC55065FFB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501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" Type="http://schemas.openxmlformats.org/officeDocument/2006/relationships/image" Target="../media/image4.jpeg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5.png"/><Relationship Id="rId7" Type="http://schemas.openxmlformats.org/officeDocument/2006/relationships/image" Target="../media/image2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microsoft.com/office/2007/relationships/hdphoto" Target="../media/hdphoto1.wdp"/><Relationship Id="rId10" Type="http://schemas.openxmlformats.org/officeDocument/2006/relationships/hyperlink" Target="https://aistudio.google.com/apps/aa640ca6-005b-40b0-a1dc-e7870e7250aa?showPreview=true&amp;showAssistant=true&amp;fullscreenApplet=true" TargetMode="External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4.png"/><Relationship Id="rId18" Type="http://schemas.openxmlformats.org/officeDocument/2006/relationships/image" Target="../media/image39.png"/><Relationship Id="rId26" Type="http://schemas.openxmlformats.org/officeDocument/2006/relationships/image" Target="../media/image47.png"/><Relationship Id="rId3" Type="http://schemas.openxmlformats.org/officeDocument/2006/relationships/image" Target="../media/image26.png"/><Relationship Id="rId21" Type="http://schemas.openxmlformats.org/officeDocument/2006/relationships/image" Target="../media/image42.png"/><Relationship Id="rId7" Type="http://schemas.openxmlformats.org/officeDocument/2006/relationships/image" Target="../media/image30.png"/><Relationship Id="rId12" Type="http://schemas.openxmlformats.org/officeDocument/2006/relationships/image" Target="../media/image5.png"/><Relationship Id="rId17" Type="http://schemas.openxmlformats.org/officeDocument/2006/relationships/image" Target="../media/image38.png"/><Relationship Id="rId25" Type="http://schemas.openxmlformats.org/officeDocument/2006/relationships/image" Target="../media/image46.png"/><Relationship Id="rId2" Type="http://schemas.openxmlformats.org/officeDocument/2006/relationships/image" Target="../media/image25.png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image" Target="../media/image4.jpeg"/><Relationship Id="rId24" Type="http://schemas.openxmlformats.org/officeDocument/2006/relationships/image" Target="../media/image45.png"/><Relationship Id="rId5" Type="http://schemas.openxmlformats.org/officeDocument/2006/relationships/image" Target="../media/image28.png"/><Relationship Id="rId15" Type="http://schemas.openxmlformats.org/officeDocument/2006/relationships/image" Target="../media/image36.png"/><Relationship Id="rId23" Type="http://schemas.openxmlformats.org/officeDocument/2006/relationships/image" Target="../media/image44.png"/><Relationship Id="rId10" Type="http://schemas.openxmlformats.org/officeDocument/2006/relationships/image" Target="../media/image33.png"/><Relationship Id="rId19" Type="http://schemas.openxmlformats.org/officeDocument/2006/relationships/image" Target="../media/image40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5.png"/><Relationship Id="rId22" Type="http://schemas.openxmlformats.org/officeDocument/2006/relationships/image" Target="../media/image43.png"/><Relationship Id="rId27" Type="http://schemas.openxmlformats.org/officeDocument/2006/relationships/image" Target="../media/image4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ducation.gov.in/" TargetMode="External"/><Relationship Id="rId3" Type="http://schemas.openxmlformats.org/officeDocument/2006/relationships/image" Target="../media/image52.emf"/><Relationship Id="rId7" Type="http://schemas.openxmlformats.org/officeDocument/2006/relationships/hyperlink" Target="https://www.grandviewresearch.com/horizon/outlook/higher-education-market/india" TargetMode="External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randviewresearch.com/" TargetMode="External"/><Relationship Id="rId5" Type="http://schemas.openxmlformats.org/officeDocument/2006/relationships/hyperlink" Target="https://www.marketsandmarkets.com/" TargetMode="External"/><Relationship Id="rId4" Type="http://schemas.openxmlformats.org/officeDocument/2006/relationships/hyperlink" Target="https://aistudio.google.com/apps/aa640ca6-005b-40b0-a1dc-e7870e7250aa?showPreview=true&amp;showAssistant=true&amp;fullscreenApplet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EC271C4-FB63-11C1-9DAC-A43957D2D4B7}"/>
              </a:ext>
            </a:extLst>
          </p:cNvPr>
          <p:cNvSpPr txBox="1"/>
          <p:nvPr/>
        </p:nvSpPr>
        <p:spPr>
          <a:xfrm>
            <a:off x="3497010" y="2248699"/>
            <a:ext cx="4961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Akanksha: A Business Plan</a:t>
            </a:r>
          </a:p>
        </p:txBody>
      </p:sp>
      <p:sp>
        <p:nvSpPr>
          <p:cNvPr id="10" name="Text 22">
            <a:extLst>
              <a:ext uri="{FF2B5EF4-FFF2-40B4-BE49-F238E27FC236}">
                <a16:creationId xmlns:a16="http://schemas.microsoft.com/office/drawing/2014/main" id="{B913A43E-F3B0-82EC-F89F-4F8CA22C4400}"/>
              </a:ext>
            </a:extLst>
          </p:cNvPr>
          <p:cNvSpPr/>
          <p:nvPr/>
        </p:nvSpPr>
        <p:spPr>
          <a:xfrm>
            <a:off x="259728" y="228600"/>
            <a:ext cx="624710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OF EDUCATION  REIMAGINING THE WAY WE LEARN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27">
            <a:extLst>
              <a:ext uri="{FF2B5EF4-FFF2-40B4-BE49-F238E27FC236}">
                <a16:creationId xmlns:a16="http://schemas.microsoft.com/office/drawing/2014/main" id="{4AF8A672-2B05-A040-F5D0-B633756D2D5E}"/>
              </a:ext>
            </a:extLst>
          </p:cNvPr>
          <p:cNvSpPr/>
          <p:nvPr/>
        </p:nvSpPr>
        <p:spPr>
          <a:xfrm>
            <a:off x="7952442" y="1219997"/>
            <a:ext cx="1208175" cy="1084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050" i="1" dirty="0">
                <a:solidFill>
                  <a:srgbClr val="FF0000"/>
                </a:solidFill>
              </a:rPr>
              <a:t>Connect. Collaborate.</a:t>
            </a:r>
          </a:p>
          <a:p>
            <a:r>
              <a:rPr lang="en-IN" sz="1050" i="1" dirty="0">
                <a:solidFill>
                  <a:srgbClr val="FF0000"/>
                </a:solidFill>
              </a:rPr>
              <a:t>Create.</a:t>
            </a:r>
          </a:p>
        </p:txBody>
      </p:sp>
      <p:grpSp>
        <p:nvGrpSpPr>
          <p:cNvPr id="12" name="Graphic 31">
            <a:extLst>
              <a:ext uri="{FF2B5EF4-FFF2-40B4-BE49-F238E27FC236}">
                <a16:creationId xmlns:a16="http://schemas.microsoft.com/office/drawing/2014/main" id="{7465811E-EEFC-5A17-DDDD-5B8043C01519}"/>
              </a:ext>
            </a:extLst>
          </p:cNvPr>
          <p:cNvGrpSpPr/>
          <p:nvPr/>
        </p:nvGrpSpPr>
        <p:grpSpPr>
          <a:xfrm>
            <a:off x="3841344" y="1176773"/>
            <a:ext cx="750106" cy="1279477"/>
            <a:chOff x="3935728" y="1219997"/>
            <a:chExt cx="750106" cy="1279477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EBBCFD4-2EA2-3625-BFD6-BF4A6F5F319A}"/>
                </a:ext>
              </a:extLst>
            </p:cNvPr>
            <p:cNvSpPr/>
            <p:nvPr/>
          </p:nvSpPr>
          <p:spPr>
            <a:xfrm>
              <a:off x="4221478" y="1219997"/>
              <a:ext cx="9524" cy="400050"/>
            </a:xfrm>
            <a:custGeom>
              <a:avLst/>
              <a:gdLst>
                <a:gd name="csX0" fmla="*/ 0 w 9524"/>
                <a:gd name="csY0" fmla="*/ 400050 h 400050"/>
                <a:gd name="csX1" fmla="*/ 0 w 9524"/>
                <a:gd name="csY1" fmla="*/ 0 h 4000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524" h="400050">
                  <a:moveTo>
                    <a:pt x="0" y="400050"/>
                  </a:moveTo>
                  <a:lnTo>
                    <a:pt x="0" y="0"/>
                  </a:lnTo>
                </a:path>
              </a:pathLst>
            </a:custGeom>
            <a:ln w="14478" cap="flat">
              <a:gradFill>
                <a:gsLst>
                  <a:gs pos="0">
                    <a:srgbClr val="00C6FF"/>
                  </a:gs>
                  <a:gs pos="50000">
                    <a:srgbClr val="009CFF"/>
                  </a:gs>
                  <a:gs pos="100000">
                    <a:srgbClr val="0072FF"/>
                  </a:gs>
                </a:gsLst>
                <a:lin ang="2700000" scaled="1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23382F2-D82B-387E-D2C0-35C935CEFFF6}"/>
                </a:ext>
              </a:extLst>
            </p:cNvPr>
            <p:cNvSpPr/>
            <p:nvPr/>
          </p:nvSpPr>
          <p:spPr>
            <a:xfrm>
              <a:off x="3935728" y="1620047"/>
              <a:ext cx="285749" cy="285750"/>
            </a:xfrm>
            <a:custGeom>
              <a:avLst/>
              <a:gdLst>
                <a:gd name="csX0" fmla="*/ 285750 w 285749"/>
                <a:gd name="csY0" fmla="*/ 0 h 285750"/>
                <a:gd name="csX1" fmla="*/ 0 w 285749"/>
                <a:gd name="csY1" fmla="*/ 285750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5749" h="285750">
                  <a:moveTo>
                    <a:pt x="285750" y="0"/>
                  </a:moveTo>
                  <a:lnTo>
                    <a:pt x="0" y="285750"/>
                  </a:lnTo>
                </a:path>
              </a:pathLst>
            </a:custGeom>
            <a:ln w="14478" cap="flat">
              <a:gradFill>
                <a:gsLst>
                  <a:gs pos="0">
                    <a:srgbClr val="00C6FF"/>
                  </a:gs>
                  <a:gs pos="50000">
                    <a:srgbClr val="009CFF"/>
                  </a:gs>
                  <a:gs pos="100000">
                    <a:srgbClr val="0072FF"/>
                  </a:gs>
                </a:gsLst>
                <a:lin ang="2700000" scaled="1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AE39EF0-4252-6E86-7C4A-710CC90F6942}"/>
                </a:ext>
              </a:extLst>
            </p:cNvPr>
            <p:cNvSpPr/>
            <p:nvPr/>
          </p:nvSpPr>
          <p:spPr>
            <a:xfrm>
              <a:off x="4221478" y="1620047"/>
              <a:ext cx="285749" cy="285750"/>
            </a:xfrm>
            <a:custGeom>
              <a:avLst/>
              <a:gdLst>
                <a:gd name="csX0" fmla="*/ 0 w 285749"/>
                <a:gd name="csY0" fmla="*/ 0 h 285750"/>
                <a:gd name="csX1" fmla="*/ 285750 w 285749"/>
                <a:gd name="csY1" fmla="*/ 285750 h 2857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5749" h="285750">
                  <a:moveTo>
                    <a:pt x="0" y="0"/>
                  </a:moveTo>
                  <a:lnTo>
                    <a:pt x="285750" y="285750"/>
                  </a:lnTo>
                </a:path>
              </a:pathLst>
            </a:custGeom>
            <a:ln w="14478" cap="flat">
              <a:gradFill>
                <a:gsLst>
                  <a:gs pos="0">
                    <a:srgbClr val="00C6FF"/>
                  </a:gs>
                  <a:gs pos="50000">
                    <a:srgbClr val="009CFF"/>
                  </a:gs>
                  <a:gs pos="100000">
                    <a:srgbClr val="0072FF"/>
                  </a:gs>
                </a:gsLst>
                <a:lin ang="2700000" scaled="1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1F7F023-5A3A-28F4-83BD-7F5A3CC7C881}"/>
                </a:ext>
              </a:extLst>
            </p:cNvPr>
            <p:cNvSpPr/>
            <p:nvPr/>
          </p:nvSpPr>
          <p:spPr>
            <a:xfrm>
              <a:off x="4221478" y="1219997"/>
              <a:ext cx="285749" cy="685800"/>
            </a:xfrm>
            <a:custGeom>
              <a:avLst/>
              <a:gdLst>
                <a:gd name="csX0" fmla="*/ 0 w 285749"/>
                <a:gd name="csY0" fmla="*/ 0 h 685800"/>
                <a:gd name="csX1" fmla="*/ 285750 w 285749"/>
                <a:gd name="csY1" fmla="*/ 685800 h 685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5749" h="685800">
                  <a:moveTo>
                    <a:pt x="0" y="0"/>
                  </a:moveTo>
                  <a:lnTo>
                    <a:pt x="285750" y="685800"/>
                  </a:lnTo>
                </a:path>
              </a:pathLst>
            </a:custGeom>
            <a:ln w="14478" cap="flat">
              <a:gradFill>
                <a:gsLst>
                  <a:gs pos="0">
                    <a:srgbClr val="00C6FF"/>
                  </a:gs>
                  <a:gs pos="50000">
                    <a:srgbClr val="009CFF"/>
                  </a:gs>
                  <a:gs pos="100000">
                    <a:srgbClr val="0072FF"/>
                  </a:gs>
                </a:gsLst>
                <a:lin ang="2700000" scaled="1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4DEC3B7-BB37-27DE-E10B-1A3E429F7087}"/>
                </a:ext>
              </a:extLst>
            </p:cNvPr>
            <p:cNvSpPr/>
            <p:nvPr/>
          </p:nvSpPr>
          <p:spPr>
            <a:xfrm>
              <a:off x="3935728" y="1905797"/>
              <a:ext cx="571499" cy="9525"/>
            </a:xfrm>
            <a:custGeom>
              <a:avLst/>
              <a:gdLst>
                <a:gd name="csX0" fmla="*/ 0 w 571499"/>
                <a:gd name="csY0" fmla="*/ 0 h 9525"/>
                <a:gd name="csX1" fmla="*/ 571500 w 571499"/>
                <a:gd name="csY1" fmla="*/ 0 h 9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71499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ln w="14478" cap="flat">
              <a:gradFill>
                <a:gsLst>
                  <a:gs pos="0">
                    <a:srgbClr val="00C6FF"/>
                  </a:gs>
                  <a:gs pos="50000">
                    <a:srgbClr val="009CFF"/>
                  </a:gs>
                  <a:gs pos="100000">
                    <a:srgbClr val="0072FF"/>
                  </a:gs>
                </a:gsLst>
                <a:lin ang="2700000" scaled="1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B2687A5A-DF4C-1592-A5CD-3EB82C6668D0}"/>
              </a:ext>
            </a:extLst>
          </p:cNvPr>
          <p:cNvSpPr/>
          <p:nvPr/>
        </p:nvSpPr>
        <p:spPr>
          <a:xfrm>
            <a:off x="3993744" y="1443473"/>
            <a:ext cx="266699" cy="266700"/>
          </a:xfrm>
          <a:prstGeom prst="ellipse">
            <a:avLst/>
          </a:prstGeom>
          <a:noFill/>
          <a:ln w="7239" cap="flat">
            <a:solidFill>
              <a:srgbClr val="00C6FF">
                <a:alpha val="20000"/>
              </a:srgbClr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D52BC83-CB57-128C-2585-DF4A6E4497D0}"/>
              </a:ext>
            </a:extLst>
          </p:cNvPr>
          <p:cNvSpPr/>
          <p:nvPr/>
        </p:nvSpPr>
        <p:spPr>
          <a:xfrm>
            <a:off x="4036289" y="1491098"/>
            <a:ext cx="171449" cy="171450"/>
          </a:xfrm>
          <a:prstGeom prst="ellipse">
            <a:avLst/>
          </a:prstGeom>
          <a:gradFill>
            <a:gsLst>
              <a:gs pos="0">
                <a:srgbClr val="00E5FF"/>
              </a:gs>
              <a:gs pos="50000">
                <a:srgbClr val="00B0F7"/>
              </a:gs>
              <a:gs pos="100000">
                <a:srgbClr val="007CF0"/>
              </a:gs>
            </a:gsLst>
            <a:lin ang="2700000" scaled="1"/>
          </a:gradFill>
          <a:ln w="723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53CB9AC-7347-CECD-8196-44C055C141E7}"/>
              </a:ext>
            </a:extLst>
          </p:cNvPr>
          <p:cNvSpPr/>
          <p:nvPr/>
        </p:nvSpPr>
        <p:spPr>
          <a:xfrm>
            <a:off x="4069944" y="1100573"/>
            <a:ext cx="114299" cy="114300"/>
          </a:xfrm>
          <a:prstGeom prst="ellipse">
            <a:avLst/>
          </a:prstGeom>
          <a:gradFill>
            <a:gsLst>
              <a:gs pos="0">
                <a:srgbClr val="00E5FF"/>
              </a:gs>
              <a:gs pos="50000">
                <a:srgbClr val="00B0F7"/>
              </a:gs>
              <a:gs pos="100000">
                <a:srgbClr val="007CF0"/>
              </a:gs>
            </a:gsLst>
            <a:lin ang="2700000" scaled="1"/>
          </a:gradFill>
          <a:ln w="723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C83EF62-4267-C27B-051A-0D858472CC93}"/>
              </a:ext>
            </a:extLst>
          </p:cNvPr>
          <p:cNvSpPr/>
          <p:nvPr/>
        </p:nvSpPr>
        <p:spPr>
          <a:xfrm>
            <a:off x="3774669" y="1833998"/>
            <a:ext cx="95249" cy="95250"/>
          </a:xfrm>
          <a:prstGeom prst="ellipse">
            <a:avLst/>
          </a:prstGeom>
          <a:gradFill>
            <a:gsLst>
              <a:gs pos="0">
                <a:srgbClr val="00E5FF"/>
              </a:gs>
              <a:gs pos="50000">
                <a:srgbClr val="00B0F7"/>
              </a:gs>
              <a:gs pos="100000">
                <a:srgbClr val="007CF0"/>
              </a:gs>
            </a:gsLst>
            <a:lin ang="2700000" scaled="1"/>
          </a:gradFill>
          <a:ln w="723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C206A1-DB9F-6A74-7A88-0F1BA8308774}"/>
              </a:ext>
            </a:extLst>
          </p:cNvPr>
          <p:cNvSpPr/>
          <p:nvPr/>
        </p:nvSpPr>
        <p:spPr>
          <a:xfrm>
            <a:off x="4384269" y="1833998"/>
            <a:ext cx="95249" cy="95250"/>
          </a:xfrm>
          <a:prstGeom prst="ellipse">
            <a:avLst/>
          </a:prstGeom>
          <a:gradFill>
            <a:gsLst>
              <a:gs pos="0">
                <a:srgbClr val="00E5FF"/>
              </a:gs>
              <a:gs pos="50000">
                <a:srgbClr val="00B0F7"/>
              </a:gs>
              <a:gs pos="100000">
                <a:srgbClr val="007CF0"/>
              </a:gs>
            </a:gsLst>
            <a:lin ang="2700000" scaled="1"/>
          </a:gradFill>
          <a:ln w="723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44FA821-E3A8-917E-7A6B-D420B0E0251C}"/>
              </a:ext>
            </a:extLst>
          </p:cNvPr>
          <p:cNvSpPr/>
          <p:nvPr/>
        </p:nvSpPr>
        <p:spPr>
          <a:xfrm>
            <a:off x="4093756" y="1543485"/>
            <a:ext cx="66674" cy="66675"/>
          </a:xfrm>
          <a:prstGeom prst="ellipse">
            <a:avLst/>
          </a:prstGeom>
          <a:solidFill>
            <a:srgbClr val="FFFFFF">
              <a:alpha val="90000"/>
            </a:srgbClr>
          </a:solidFill>
          <a:ln w="7239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11A5D0B-AB65-3C27-4895-400E2AE45C70}"/>
              </a:ext>
            </a:extLst>
          </p:cNvPr>
          <p:cNvSpPr txBox="1"/>
          <p:nvPr/>
        </p:nvSpPr>
        <p:spPr>
          <a:xfrm>
            <a:off x="4691377" y="1245547"/>
            <a:ext cx="2664596" cy="6758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4050" b="1" spc="400" baseline="0" dirty="0">
                <a:ln/>
                <a:gradFill>
                  <a:gsLst>
                    <a:gs pos="0">
                      <a:srgbClr val="00C6FF"/>
                    </a:gs>
                    <a:gs pos="50000">
                      <a:srgbClr val="009CFF"/>
                    </a:gs>
                    <a:gs pos="100000">
                      <a:srgbClr val="0072FF"/>
                    </a:gs>
                  </a:gsLst>
                  <a:lin ang="2700000" scaled="1"/>
                </a:gradFill>
                <a:latin typeface="Georgia"/>
                <a:sym typeface="Georgia"/>
                <a:rtl val="0"/>
              </a:rPr>
              <a:t>LYNCUS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5C7303C-ABED-BFFB-5776-AA1367371A20}"/>
              </a:ext>
            </a:extLst>
          </p:cNvPr>
          <p:cNvSpPr txBox="1"/>
          <p:nvPr/>
        </p:nvSpPr>
        <p:spPr>
          <a:xfrm>
            <a:off x="4710427" y="1849049"/>
            <a:ext cx="2692008" cy="210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sz="825" spc="500" baseline="0">
                <a:ln/>
                <a:solidFill>
                  <a:srgbClr val="5A8FCB"/>
                </a:solidFill>
                <a:latin typeface="Courier New"/>
                <a:cs typeface="Courier New"/>
                <a:sym typeface="Courier New"/>
                <a:rtl val="0"/>
              </a:rPr>
              <a:t>DIGITAL CAMPUS ECOSYSTEM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1A8834D-3DE5-0BB7-02C2-F5A2D6E54FB3}"/>
              </a:ext>
            </a:extLst>
          </p:cNvPr>
          <p:cNvSpPr/>
          <p:nvPr/>
        </p:nvSpPr>
        <p:spPr>
          <a:xfrm>
            <a:off x="4787897" y="2048672"/>
            <a:ext cx="2590797" cy="9525"/>
          </a:xfrm>
          <a:custGeom>
            <a:avLst/>
            <a:gdLst>
              <a:gd name="csX0" fmla="*/ 0 w 2590797"/>
              <a:gd name="csY0" fmla="*/ 0 h 9525"/>
              <a:gd name="csX1" fmla="*/ 2590798 w 2590797"/>
              <a:gd name="csY1" fmla="*/ 0 h 95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590797" h="9525">
                <a:moveTo>
                  <a:pt x="0" y="0"/>
                </a:moveTo>
                <a:lnTo>
                  <a:pt x="2590798" y="0"/>
                </a:lnTo>
              </a:path>
            </a:pathLst>
          </a:custGeom>
          <a:ln w="7239" cap="flat">
            <a:gradFill>
              <a:gsLst>
                <a:gs pos="0">
                  <a:srgbClr val="00C6FF"/>
                </a:gs>
                <a:gs pos="50000">
                  <a:srgbClr val="009CFF"/>
                </a:gs>
                <a:gs pos="100000">
                  <a:srgbClr val="0072FF"/>
                </a:gs>
              </a:gsLst>
              <a:lin ang="2700000" scaled="1"/>
            </a:gra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2F6C98C-51DF-DA01-72A2-7B0547DBE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891" y="3604917"/>
            <a:ext cx="1929449" cy="2481122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56C4EAB-C6E7-EAF4-8AE2-989D77C56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1689" y="3604667"/>
            <a:ext cx="1929448" cy="2480553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42BA2650-7264-7EA8-0E73-1BAD63F03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7290" y="3604667"/>
            <a:ext cx="1929449" cy="2480803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8AA1C5B-495B-5216-2F2F-15918EB36531}"/>
              </a:ext>
            </a:extLst>
          </p:cNvPr>
          <p:cNvSpPr txBox="1"/>
          <p:nvPr/>
        </p:nvSpPr>
        <p:spPr>
          <a:xfrm>
            <a:off x="2200404" y="6089360"/>
            <a:ext cx="2433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Inter"/>
              </a:rPr>
              <a:t>T P KAARMUGILAN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A4DC4FE-F699-8B48-242B-A481396B7DAA}"/>
              </a:ext>
            </a:extLst>
          </p:cNvPr>
          <p:cNvSpPr txBox="1"/>
          <p:nvPr/>
        </p:nvSpPr>
        <p:spPr>
          <a:xfrm>
            <a:off x="4755309" y="6086039"/>
            <a:ext cx="2433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Inter"/>
              </a:rPr>
              <a:t>SAGAR METRI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99D240-C825-C66F-C048-7C982B991E1A}"/>
              </a:ext>
            </a:extLst>
          </p:cNvPr>
          <p:cNvSpPr txBox="1"/>
          <p:nvPr/>
        </p:nvSpPr>
        <p:spPr>
          <a:xfrm>
            <a:off x="7425532" y="6086039"/>
            <a:ext cx="2433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Inter"/>
              </a:rPr>
              <a:t>T C ABHIRAM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07FA51-D963-5F5D-1016-3C4BC4D48AA0}"/>
              </a:ext>
            </a:extLst>
          </p:cNvPr>
          <p:cNvSpPr txBox="1"/>
          <p:nvPr/>
        </p:nvSpPr>
        <p:spPr>
          <a:xfrm>
            <a:off x="3022247" y="3023443"/>
            <a:ext cx="599953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600" b="0" i="0" dirty="0">
                <a:effectLst/>
                <a:latin typeface="Google Sans"/>
              </a:rPr>
              <a:t>National Institute of Agricultural Extension Management (MANAGE)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572890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243A87A5-843B-5070-58E6-76AB7513FBEF}"/>
              </a:ext>
            </a:extLst>
          </p:cNvPr>
          <p:cNvSpPr/>
          <p:nvPr/>
        </p:nvSpPr>
        <p:spPr>
          <a:xfrm>
            <a:off x="34725" y="1968862"/>
            <a:ext cx="12111419" cy="1476642"/>
          </a:xfrm>
          <a:prstGeom prst="roundRect">
            <a:avLst/>
          </a:prstGeom>
          <a:gradFill flip="none" rotWithShape="1">
            <a:gsLst>
              <a:gs pos="1000">
                <a:srgbClr val="603403"/>
              </a:gs>
              <a:gs pos="49000">
                <a:schemeClr val="accent1">
                  <a:lumMod val="45000"/>
                  <a:lumOff val="55000"/>
                </a:schemeClr>
              </a:gs>
              <a:gs pos="78000">
                <a:schemeClr val="accent1">
                  <a:lumMod val="45000"/>
                  <a:lumOff val="55000"/>
                </a:schemeClr>
              </a:gs>
              <a:gs pos="100000">
                <a:srgbClr val="DAD7B3"/>
              </a:gs>
            </a:gsLst>
            <a:lin ang="16200000" scaled="1"/>
            <a:tileRect/>
          </a:gra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20AABCC-7FEB-6565-3E3A-EE58943CF97D}"/>
              </a:ext>
            </a:extLst>
          </p:cNvPr>
          <p:cNvSpPr>
            <a:spLocks/>
          </p:cNvSpPr>
          <p:nvPr/>
        </p:nvSpPr>
        <p:spPr>
          <a:xfrm>
            <a:off x="5282761" y="3562329"/>
            <a:ext cx="6833292" cy="3243022"/>
          </a:xfrm>
          <a:prstGeom prst="roundRect">
            <a:avLst>
              <a:gd name="adj" fmla="val 2719"/>
            </a:avLst>
          </a:prstGeom>
          <a:gradFill flip="none" rotWithShape="1">
            <a:gsLst>
              <a:gs pos="1000">
                <a:srgbClr val="603403"/>
              </a:gs>
              <a:gs pos="49000">
                <a:schemeClr val="accent1">
                  <a:lumMod val="45000"/>
                  <a:lumOff val="55000"/>
                </a:schemeClr>
              </a:gs>
              <a:gs pos="78000">
                <a:schemeClr val="accent1">
                  <a:lumMod val="45000"/>
                  <a:lumOff val="55000"/>
                </a:schemeClr>
              </a:gs>
              <a:gs pos="100000">
                <a:srgbClr val="DAD7B3"/>
              </a:gs>
            </a:gsLst>
            <a:lin ang="10800000" scaled="1"/>
            <a:tileRect/>
          </a:gra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39F32B-34DE-DD6A-F036-36AF653CCD98}"/>
              </a:ext>
            </a:extLst>
          </p:cNvPr>
          <p:cNvSpPr txBox="1"/>
          <p:nvPr/>
        </p:nvSpPr>
        <p:spPr>
          <a:xfrm>
            <a:off x="81280" y="55879"/>
            <a:ext cx="88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LYNCUS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71E821-D391-5F24-81FE-452537A2DF38}"/>
              </a:ext>
            </a:extLst>
          </p:cNvPr>
          <p:cNvCxnSpPr/>
          <p:nvPr/>
        </p:nvCxnSpPr>
        <p:spPr>
          <a:xfrm>
            <a:off x="0" y="44704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FA4BD6A-5FE1-2F7E-05FB-DB64926D369A}"/>
              </a:ext>
            </a:extLst>
          </p:cNvPr>
          <p:cNvCxnSpPr/>
          <p:nvPr/>
        </p:nvCxnSpPr>
        <p:spPr>
          <a:xfrm>
            <a:off x="0" y="47752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kanksha: A Business Plan / competitions">
            <a:extLst>
              <a:ext uri="{FF2B5EF4-FFF2-40B4-BE49-F238E27FC236}">
                <a16:creationId xmlns:a16="http://schemas.microsoft.com/office/drawing/2014/main" id="{9C16E4CC-3BB8-F81D-FB43-8383B5F686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848" b="34952"/>
          <a:stretch>
            <a:fillRect/>
          </a:stretch>
        </p:blipFill>
        <p:spPr>
          <a:xfrm>
            <a:off x="11165560" y="0"/>
            <a:ext cx="1026440" cy="299720"/>
          </a:xfrm>
          <a:prstGeom prst="rect">
            <a:avLst/>
          </a:prstGeom>
        </p:spPr>
      </p:pic>
      <p:pic>
        <p:nvPicPr>
          <p:cNvPr id="15" name="Picture 14" descr="National Institute of Agricultural Extension Management (MANAGE), Hyderabad">
            <a:extLst>
              <a:ext uri="{FF2B5EF4-FFF2-40B4-BE49-F238E27FC236}">
                <a16:creationId xmlns:a16="http://schemas.microsoft.com/office/drawing/2014/main" id="{DE6B65B7-D217-CD91-6AC7-44262B8E0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730" y="10670"/>
            <a:ext cx="372830" cy="2783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2BD1AD1-5AD9-8D1E-A0DD-70739E80F1F9}"/>
              </a:ext>
            </a:extLst>
          </p:cNvPr>
          <p:cNvSpPr txBox="1"/>
          <p:nvPr/>
        </p:nvSpPr>
        <p:spPr>
          <a:xfrm>
            <a:off x="3430338" y="55416"/>
            <a:ext cx="4128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Opportunity &amp; Business Model</a:t>
            </a:r>
          </a:p>
        </p:txBody>
      </p:sp>
      <p:pic>
        <p:nvPicPr>
          <p:cNvPr id="17" name="Picture 16" descr="Akanksha: A Business Plan / competitions">
            <a:extLst>
              <a:ext uri="{FF2B5EF4-FFF2-40B4-BE49-F238E27FC236}">
                <a16:creationId xmlns:a16="http://schemas.microsoft.com/office/drawing/2014/main" id="{E66DF887-3DEE-911C-AA4A-6A0142F7E0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848" b="34952"/>
          <a:stretch>
            <a:fillRect/>
          </a:stretch>
        </p:blipFill>
        <p:spPr>
          <a:xfrm>
            <a:off x="11126368" y="47894"/>
            <a:ext cx="1026440" cy="299720"/>
          </a:xfrm>
          <a:prstGeom prst="rect">
            <a:avLst/>
          </a:prstGeom>
        </p:spPr>
      </p:pic>
      <p:pic>
        <p:nvPicPr>
          <p:cNvPr id="18" name="Picture 17" descr="National Institute of Agricultural Extension Management (MANAGE), Hyderabad">
            <a:extLst>
              <a:ext uri="{FF2B5EF4-FFF2-40B4-BE49-F238E27FC236}">
                <a16:creationId xmlns:a16="http://schemas.microsoft.com/office/drawing/2014/main" id="{439E55A3-2B3E-5AC1-6F00-8AF3A23DF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3538" y="67273"/>
            <a:ext cx="372830" cy="27838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6C243F9-479B-89E7-18A0-C87704B392F8}"/>
              </a:ext>
            </a:extLst>
          </p:cNvPr>
          <p:cNvCxnSpPr/>
          <p:nvPr/>
        </p:nvCxnSpPr>
        <p:spPr>
          <a:xfrm>
            <a:off x="0" y="44704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9F334CF-30C3-A40A-6ADD-BD589D9D3C59}"/>
              </a:ext>
            </a:extLst>
          </p:cNvPr>
          <p:cNvCxnSpPr/>
          <p:nvPr/>
        </p:nvCxnSpPr>
        <p:spPr>
          <a:xfrm>
            <a:off x="0" y="47752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rrow: Pentagon 20">
            <a:extLst>
              <a:ext uri="{FF2B5EF4-FFF2-40B4-BE49-F238E27FC236}">
                <a16:creationId xmlns:a16="http://schemas.microsoft.com/office/drawing/2014/main" id="{39A7FF1D-B358-CBD5-6744-133C6ADFA57D}"/>
              </a:ext>
            </a:extLst>
          </p:cNvPr>
          <p:cNvSpPr/>
          <p:nvPr/>
        </p:nvSpPr>
        <p:spPr>
          <a:xfrm>
            <a:off x="81280" y="556894"/>
            <a:ext cx="2921000" cy="307777"/>
          </a:xfrm>
          <a:prstGeom prst="homePlate">
            <a:avLst>
              <a:gd name="adj" fmla="val 63133"/>
            </a:avLst>
          </a:prstGeom>
          <a:gradFill flip="none" rotWithShape="1">
            <a:gsLst>
              <a:gs pos="51000">
                <a:schemeClr val="accent5">
                  <a:lumMod val="40000"/>
                  <a:lumOff val="60000"/>
                </a:schemeClr>
              </a:gs>
              <a:gs pos="99000">
                <a:srgbClr val="5D3810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6BBDDC0B-4F17-F5F3-EDA1-A1F2644EB606}"/>
              </a:ext>
            </a:extLst>
          </p:cNvPr>
          <p:cNvSpPr/>
          <p:nvPr/>
        </p:nvSpPr>
        <p:spPr>
          <a:xfrm>
            <a:off x="3017520" y="556895"/>
            <a:ext cx="4679424" cy="307776"/>
          </a:xfrm>
          <a:prstGeom prst="chevron">
            <a:avLst>
              <a:gd name="adj" fmla="val 75265"/>
            </a:avLst>
          </a:prstGeom>
          <a:gradFill flip="none" rotWithShape="1">
            <a:gsLst>
              <a:gs pos="51000">
                <a:schemeClr val="accent5">
                  <a:lumMod val="40000"/>
                  <a:lumOff val="60000"/>
                </a:schemeClr>
              </a:gs>
              <a:gs pos="99000">
                <a:srgbClr val="5F3303"/>
              </a:gs>
            </a:gsLst>
            <a:lin ang="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B5A1EEF-E242-B3E7-83C5-6EB9A56594B9}"/>
              </a:ext>
            </a:extLst>
          </p:cNvPr>
          <p:cNvSpPr txBox="1"/>
          <p:nvPr/>
        </p:nvSpPr>
        <p:spPr>
          <a:xfrm>
            <a:off x="633916" y="550745"/>
            <a:ext cx="18014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Insights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7DAFE2-959D-599F-340E-888CF81F2252}"/>
              </a:ext>
            </a:extLst>
          </p:cNvPr>
          <p:cNvSpPr txBox="1"/>
          <p:nvPr/>
        </p:nvSpPr>
        <p:spPr>
          <a:xfrm>
            <a:off x="3209940" y="572282"/>
            <a:ext cx="1080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HEIs in India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700DBF-4ECF-1D48-7FE2-EE186B477218}"/>
              </a:ext>
            </a:extLst>
          </p:cNvPr>
          <p:cNvSpPr txBox="1"/>
          <p:nvPr/>
        </p:nvSpPr>
        <p:spPr>
          <a:xfrm>
            <a:off x="5373308" y="572432"/>
            <a:ext cx="11740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EdTech CAGR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3EE466-15AF-8195-00F8-D4507A3BC433}"/>
              </a:ext>
            </a:extLst>
          </p:cNvPr>
          <p:cNvSpPr txBox="1"/>
          <p:nvPr/>
        </p:nvSpPr>
        <p:spPr>
          <a:xfrm>
            <a:off x="78741" y="925060"/>
            <a:ext cx="834113" cy="47672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</a:t>
            </a:r>
          </a:p>
          <a:p>
            <a:pPr algn="ctr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75%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DE57213-E280-32A7-2EA6-7AD31EE813C3}"/>
              </a:ext>
            </a:extLst>
          </p:cNvPr>
          <p:cNvGrpSpPr/>
          <p:nvPr/>
        </p:nvGrpSpPr>
        <p:grpSpPr>
          <a:xfrm>
            <a:off x="10160" y="1827773"/>
            <a:ext cx="12192000" cy="30480"/>
            <a:chOff x="10160" y="1503680"/>
            <a:chExt cx="12192000" cy="30480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80C6B-5EB4-98E9-DBC5-085B2084CB08}"/>
                </a:ext>
              </a:extLst>
            </p:cNvPr>
            <p:cNvCxnSpPr/>
            <p:nvPr/>
          </p:nvCxnSpPr>
          <p:spPr>
            <a:xfrm>
              <a:off x="10160" y="1503680"/>
              <a:ext cx="12192000" cy="0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B6C2AC0-BE22-DA58-8BDC-6B538B43C4C4}"/>
                </a:ext>
              </a:extLst>
            </p:cNvPr>
            <p:cNvCxnSpPr/>
            <p:nvPr/>
          </p:nvCxnSpPr>
          <p:spPr>
            <a:xfrm>
              <a:off x="10160" y="1534160"/>
              <a:ext cx="12192000" cy="0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95AD89C-A803-2D53-B847-5A5074F5869A}"/>
              </a:ext>
            </a:extLst>
          </p:cNvPr>
          <p:cNvSpPr txBox="1"/>
          <p:nvPr/>
        </p:nvSpPr>
        <p:spPr>
          <a:xfrm>
            <a:off x="3340607" y="1357844"/>
            <a:ext cx="844495" cy="3405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64,756+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D5692D-3E59-ED82-E91A-38412E2B45E7}"/>
              </a:ext>
            </a:extLst>
          </p:cNvPr>
          <p:cNvSpPr txBox="1"/>
          <p:nvPr/>
        </p:nvSpPr>
        <p:spPr>
          <a:xfrm>
            <a:off x="4443186" y="1356388"/>
            <a:ext cx="796211" cy="3405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4.5 Cr+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490717-FE75-B33D-F9C6-44080DA59CDF}"/>
              </a:ext>
            </a:extLst>
          </p:cNvPr>
          <p:cNvSpPr txBox="1"/>
          <p:nvPr/>
        </p:nvSpPr>
        <p:spPr>
          <a:xfrm>
            <a:off x="5642739" y="1366067"/>
            <a:ext cx="706154" cy="3405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16.9%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E6AAC6-27AA-F332-A6AD-16C38D51E5AF}"/>
              </a:ext>
            </a:extLst>
          </p:cNvPr>
          <p:cNvSpPr txBox="1"/>
          <p:nvPr/>
        </p:nvSpPr>
        <p:spPr>
          <a:xfrm>
            <a:off x="4250268" y="576451"/>
            <a:ext cx="11808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HEI’s Students</a:t>
            </a:r>
          </a:p>
        </p:txBody>
      </p:sp>
      <p:pic>
        <p:nvPicPr>
          <p:cNvPr id="34" name="Picture 33" descr="College ">
            <a:extLst>
              <a:ext uri="{FF2B5EF4-FFF2-40B4-BE49-F238E27FC236}">
                <a16:creationId xmlns:a16="http://schemas.microsoft.com/office/drawing/2014/main" id="{6CDF7507-40FB-92BB-D2BD-123335096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761" y="934819"/>
            <a:ext cx="357704" cy="3577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5" name="Picture 34" descr="Audience ">
            <a:extLst>
              <a:ext uri="{FF2B5EF4-FFF2-40B4-BE49-F238E27FC236}">
                <a16:creationId xmlns:a16="http://schemas.microsoft.com/office/drawing/2014/main" id="{748ADA5F-ADFA-24D4-EDB5-ADAF7F01D6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8094" y="900722"/>
            <a:ext cx="425187" cy="42518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6" name="Picture 35" descr="Stocks ">
            <a:extLst>
              <a:ext uri="{FF2B5EF4-FFF2-40B4-BE49-F238E27FC236}">
                <a16:creationId xmlns:a16="http://schemas.microsoft.com/office/drawing/2014/main" id="{7BAAC2B9-1B64-6CFC-E5A0-68CB9D8FF3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25565" y="869735"/>
            <a:ext cx="555886" cy="5101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264F4E61-BB61-EDCB-763D-3A02C562687F}"/>
              </a:ext>
            </a:extLst>
          </p:cNvPr>
          <p:cNvSpPr txBox="1"/>
          <p:nvPr/>
        </p:nvSpPr>
        <p:spPr>
          <a:xfrm>
            <a:off x="961221" y="925060"/>
            <a:ext cx="834113" cy="47672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</a:t>
            </a:r>
          </a:p>
          <a:p>
            <a:pPr algn="ctr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D00385-E046-3F92-8328-3C44A0D1B518}"/>
              </a:ext>
            </a:extLst>
          </p:cNvPr>
          <p:cNvSpPr txBox="1"/>
          <p:nvPr/>
        </p:nvSpPr>
        <p:spPr>
          <a:xfrm>
            <a:off x="1832934" y="934272"/>
            <a:ext cx="1032027" cy="47672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</a:t>
            </a:r>
          </a:p>
          <a:p>
            <a:pPr algn="ctr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78%</a:t>
            </a:r>
          </a:p>
        </p:txBody>
      </p:sp>
      <p:pic>
        <p:nvPicPr>
          <p:cNvPr id="39" name="Picture 38" descr="Online community icon">
            <a:extLst>
              <a:ext uri="{FF2B5EF4-FFF2-40B4-BE49-F238E27FC236}">
                <a16:creationId xmlns:a16="http://schemas.microsoft.com/office/drawing/2014/main" id="{84412C01-7F43-BACA-A7F7-D4F633FBB3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5656" y="1450994"/>
            <a:ext cx="346299" cy="346299"/>
          </a:xfrm>
          <a:prstGeom prst="rect">
            <a:avLst/>
          </a:prstGeom>
        </p:spPr>
      </p:pic>
      <p:pic>
        <p:nvPicPr>
          <p:cNvPr id="40" name="Picture 39" descr="Analysis icon">
            <a:extLst>
              <a:ext uri="{FF2B5EF4-FFF2-40B4-BE49-F238E27FC236}">
                <a16:creationId xmlns:a16="http://schemas.microsoft.com/office/drawing/2014/main" id="{B0A8DED5-CB3D-CE55-7392-26E9DD576F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700" y="1436787"/>
            <a:ext cx="365197" cy="365197"/>
          </a:xfrm>
          <a:prstGeom prst="rect">
            <a:avLst/>
          </a:prstGeom>
        </p:spPr>
      </p:pic>
      <p:pic>
        <p:nvPicPr>
          <p:cNvPr id="41" name="Picture 40" descr="Hypothesis icon">
            <a:extLst>
              <a:ext uri="{FF2B5EF4-FFF2-40B4-BE49-F238E27FC236}">
                <a16:creationId xmlns:a16="http://schemas.microsoft.com/office/drawing/2014/main" id="{5BA3B6F7-E3AD-2E63-EDE0-7D2DB44119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3093" y="1436787"/>
            <a:ext cx="375746" cy="37574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DE5D1BE3-3470-B86D-5DCC-D0C7EEE06944}"/>
              </a:ext>
            </a:extLst>
          </p:cNvPr>
          <p:cNvSpPr txBox="1"/>
          <p:nvPr/>
        </p:nvSpPr>
        <p:spPr>
          <a:xfrm>
            <a:off x="6497299" y="576451"/>
            <a:ext cx="11665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MBA Students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5E860AF-D705-D447-7C71-51B4096929FC}"/>
              </a:ext>
            </a:extLst>
          </p:cNvPr>
          <p:cNvSpPr txBox="1"/>
          <p:nvPr/>
        </p:nvSpPr>
        <p:spPr>
          <a:xfrm>
            <a:off x="6654335" y="1358832"/>
            <a:ext cx="980140" cy="340519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2.85 Lakh</a:t>
            </a:r>
          </a:p>
        </p:txBody>
      </p:sp>
      <p:pic>
        <p:nvPicPr>
          <p:cNvPr id="52" name="Picture 51" descr="Education cost icon">
            <a:extLst>
              <a:ext uri="{FF2B5EF4-FFF2-40B4-BE49-F238E27FC236}">
                <a16:creationId xmlns:a16="http://schemas.microsoft.com/office/drawing/2014/main" id="{168AAEF7-F7CF-D270-BC28-664A6E4697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92329" y="907696"/>
            <a:ext cx="374872" cy="3748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D82EB5E-CDFA-5618-36B3-8A74B283CB41}"/>
              </a:ext>
            </a:extLst>
          </p:cNvPr>
          <p:cNvSpPr/>
          <p:nvPr/>
        </p:nvSpPr>
        <p:spPr>
          <a:xfrm>
            <a:off x="80580" y="2648002"/>
            <a:ext cx="2834179" cy="733592"/>
          </a:xfrm>
          <a:prstGeom prst="roundRect">
            <a:avLst>
              <a:gd name="adj" fmla="val 35216"/>
            </a:avLst>
          </a:prstGeom>
          <a:solidFill>
            <a:schemeClr val="accent6">
              <a:lumMod val="40000"/>
              <a:lumOff val="60000"/>
            </a:schemeClr>
          </a:solidFill>
          <a:ln w="12700"/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5E2BDDEA-1F4F-4792-646F-9FD3ED725AF2}"/>
              </a:ext>
            </a:extLst>
          </p:cNvPr>
          <p:cNvSpPr/>
          <p:nvPr/>
        </p:nvSpPr>
        <p:spPr>
          <a:xfrm>
            <a:off x="1755657" y="2638795"/>
            <a:ext cx="1176622" cy="752959"/>
          </a:xfrm>
          <a:prstGeom prst="roundRect">
            <a:avLst>
              <a:gd name="adj" fmla="val 41398"/>
            </a:avLst>
          </a:prstGeom>
          <a:solidFill>
            <a:schemeClr val="accent6">
              <a:lumMod val="60000"/>
              <a:lumOff val="4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">
            <a:extLst>
              <a:ext uri="{FF2B5EF4-FFF2-40B4-BE49-F238E27FC236}">
                <a16:creationId xmlns:a16="http://schemas.microsoft.com/office/drawing/2014/main" id="{3523DADA-3942-D22A-F8CD-5E626FD0D8CE}"/>
              </a:ext>
            </a:extLst>
          </p:cNvPr>
          <p:cNvSpPr/>
          <p:nvPr/>
        </p:nvSpPr>
        <p:spPr>
          <a:xfrm>
            <a:off x="167683" y="2061604"/>
            <a:ext cx="712052" cy="301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TAM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18">
            <a:extLst>
              <a:ext uri="{FF2B5EF4-FFF2-40B4-BE49-F238E27FC236}">
                <a16:creationId xmlns:a16="http://schemas.microsoft.com/office/drawing/2014/main" id="{1C8D0209-88D8-6B15-61D9-48389FD3BE43}"/>
              </a:ext>
            </a:extLst>
          </p:cNvPr>
          <p:cNvSpPr txBox="1"/>
          <p:nvPr/>
        </p:nvSpPr>
        <p:spPr>
          <a:xfrm>
            <a:off x="126207" y="2303349"/>
            <a:ext cx="9421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₹1,001 Cr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5F498D2-876A-49DB-7F8B-94797DDB160E}"/>
              </a:ext>
            </a:extLst>
          </p:cNvPr>
          <p:cNvSpPr txBox="1"/>
          <p:nvPr/>
        </p:nvSpPr>
        <p:spPr>
          <a:xfrm>
            <a:off x="1057264" y="2135276"/>
            <a:ext cx="13006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64K+ institutions, 4.5 Cr students.</a:t>
            </a:r>
          </a:p>
        </p:txBody>
      </p:sp>
      <p:sp>
        <p:nvSpPr>
          <p:cNvPr id="60" name="Text 6">
            <a:extLst>
              <a:ext uri="{FF2B5EF4-FFF2-40B4-BE49-F238E27FC236}">
                <a16:creationId xmlns:a16="http://schemas.microsoft.com/office/drawing/2014/main" id="{45EB83E0-B51A-DE4B-94BD-0731F2B13DEE}"/>
              </a:ext>
            </a:extLst>
          </p:cNvPr>
          <p:cNvSpPr/>
          <p:nvPr/>
        </p:nvSpPr>
        <p:spPr>
          <a:xfrm>
            <a:off x="232856" y="2642294"/>
            <a:ext cx="486354" cy="3512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SAM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10">
            <a:extLst>
              <a:ext uri="{FF2B5EF4-FFF2-40B4-BE49-F238E27FC236}">
                <a16:creationId xmlns:a16="http://schemas.microsoft.com/office/drawing/2014/main" id="{FF4ACFA7-DDD1-856B-6105-1883DB47F449}"/>
              </a:ext>
            </a:extLst>
          </p:cNvPr>
          <p:cNvSpPr txBox="1"/>
          <p:nvPr/>
        </p:nvSpPr>
        <p:spPr>
          <a:xfrm>
            <a:off x="822743" y="2670650"/>
            <a:ext cx="9170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₹89 Cr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8113EBF-C9C6-ADA2-D43F-83E2D40ABF00}"/>
              </a:ext>
            </a:extLst>
          </p:cNvPr>
          <p:cNvSpPr txBox="1"/>
          <p:nvPr/>
        </p:nvSpPr>
        <p:spPr>
          <a:xfrm>
            <a:off x="206625" y="2919929"/>
            <a:ext cx="1882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15K+ pvt. institutions, ~12M students, </a:t>
            </a:r>
          </a:p>
        </p:txBody>
      </p:sp>
      <p:sp>
        <p:nvSpPr>
          <p:cNvPr id="63" name="Text 7">
            <a:extLst>
              <a:ext uri="{FF2B5EF4-FFF2-40B4-BE49-F238E27FC236}">
                <a16:creationId xmlns:a16="http://schemas.microsoft.com/office/drawing/2014/main" id="{7CBD3D1A-0FBA-3D47-5EC4-3FE88FDF0779}"/>
              </a:ext>
            </a:extLst>
          </p:cNvPr>
          <p:cNvSpPr/>
          <p:nvPr/>
        </p:nvSpPr>
        <p:spPr>
          <a:xfrm>
            <a:off x="2167628" y="2759598"/>
            <a:ext cx="406414" cy="222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0B1E4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S0M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Text 8">
            <a:extLst>
              <a:ext uri="{FF2B5EF4-FFF2-40B4-BE49-F238E27FC236}">
                <a16:creationId xmlns:a16="http://schemas.microsoft.com/office/drawing/2014/main" id="{F9961EF7-8EFC-ACA5-DC1D-ECD8A34F1065}"/>
              </a:ext>
            </a:extLst>
          </p:cNvPr>
          <p:cNvSpPr/>
          <p:nvPr/>
        </p:nvSpPr>
        <p:spPr>
          <a:xfrm>
            <a:off x="2005185" y="3001692"/>
            <a:ext cx="743604" cy="201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500" b="1" dirty="0">
                <a:solidFill>
                  <a:srgbClr val="0B1E4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₹13 Cr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" name="Picture 64" descr="Pie chart ">
            <a:extLst>
              <a:ext uri="{FF2B5EF4-FFF2-40B4-BE49-F238E27FC236}">
                <a16:creationId xmlns:a16="http://schemas.microsoft.com/office/drawing/2014/main" id="{57C49AE0-E3D6-9613-5521-8573FF08B2F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95932" y="1998922"/>
            <a:ext cx="637011" cy="637011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78697B77-EF45-D9BA-5240-6C93CC178CD6}"/>
              </a:ext>
            </a:extLst>
          </p:cNvPr>
          <p:cNvSpPr txBox="1"/>
          <p:nvPr/>
        </p:nvSpPr>
        <p:spPr>
          <a:xfrm>
            <a:off x="3036209" y="2229681"/>
            <a:ext cx="4474074" cy="1068988"/>
          </a:xfrm>
          <a:prstGeom prst="roundRect">
            <a:avLst/>
          </a:prstGeom>
          <a:solidFill>
            <a:srgbClr val="D4D9CF"/>
          </a:solidFill>
          <a:ln w="12700"/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en-IN" sz="1300" dirty="0">
              <a:solidFill>
                <a:schemeClr val="tx1"/>
              </a:solidFill>
            </a:endParaRPr>
          </a:p>
        </p:txBody>
      </p:sp>
      <p:sp>
        <p:nvSpPr>
          <p:cNvPr id="69" name="Text 3">
            <a:extLst>
              <a:ext uri="{FF2B5EF4-FFF2-40B4-BE49-F238E27FC236}">
                <a16:creationId xmlns:a16="http://schemas.microsoft.com/office/drawing/2014/main" id="{ACEB983F-2C1F-696B-58B2-8B6086EC3754}"/>
              </a:ext>
            </a:extLst>
          </p:cNvPr>
          <p:cNvSpPr/>
          <p:nvPr/>
        </p:nvSpPr>
        <p:spPr>
          <a:xfrm>
            <a:off x="3183012" y="2256875"/>
            <a:ext cx="4328887" cy="1101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Fragmented Information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WhatsApp, emails, ERP/LMS &amp; notices.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Missed Opportunities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Classes, assignments, events &amp; internships.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Coordination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Disconnected communication between stakeholders.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Platforms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No single place for campus needs.</a:t>
            </a:r>
          </a:p>
        </p:txBody>
      </p:sp>
      <p:sp>
        <p:nvSpPr>
          <p:cNvPr id="70" name="Text 0">
            <a:extLst>
              <a:ext uri="{FF2B5EF4-FFF2-40B4-BE49-F238E27FC236}">
                <a16:creationId xmlns:a16="http://schemas.microsoft.com/office/drawing/2014/main" id="{0C09536B-D226-462A-DE74-54E1273845C7}"/>
              </a:ext>
            </a:extLst>
          </p:cNvPr>
          <p:cNvSpPr/>
          <p:nvPr/>
        </p:nvSpPr>
        <p:spPr>
          <a:xfrm>
            <a:off x="3032856" y="1943152"/>
            <a:ext cx="44740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3059E85-CAE8-9341-3197-7A1389214729}"/>
              </a:ext>
            </a:extLst>
          </p:cNvPr>
          <p:cNvSpPr txBox="1"/>
          <p:nvPr/>
        </p:nvSpPr>
        <p:spPr>
          <a:xfrm>
            <a:off x="7635940" y="2238763"/>
            <a:ext cx="4441356" cy="107424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en-IN" sz="1300" dirty="0">
              <a:solidFill>
                <a:schemeClr val="tx1"/>
              </a:solidFill>
            </a:endParaRPr>
          </a:p>
        </p:txBody>
      </p:sp>
      <p:sp>
        <p:nvSpPr>
          <p:cNvPr id="73" name="Text 3">
            <a:extLst>
              <a:ext uri="{FF2B5EF4-FFF2-40B4-BE49-F238E27FC236}">
                <a16:creationId xmlns:a16="http://schemas.microsoft.com/office/drawing/2014/main" id="{2FFF85DE-4049-FC88-02A6-D4CA00AC318C}"/>
              </a:ext>
            </a:extLst>
          </p:cNvPr>
          <p:cNvSpPr/>
          <p:nvPr/>
        </p:nvSpPr>
        <p:spPr>
          <a:xfrm>
            <a:off x="7683481" y="2335939"/>
            <a:ext cx="4412317" cy="919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Student-First Platform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ERPs focus mainly on administration.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Disconnected Services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Academics, careers &amp; events are separate.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Ltd Cross-College Network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Few platforms connect students across campuses.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Affordable All-in-One Sol.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Complete campus ecosystem is missing.</a:t>
            </a:r>
          </a:p>
        </p:txBody>
      </p:sp>
      <p:sp>
        <p:nvSpPr>
          <p:cNvPr id="74" name="Text 0">
            <a:extLst>
              <a:ext uri="{FF2B5EF4-FFF2-40B4-BE49-F238E27FC236}">
                <a16:creationId xmlns:a16="http://schemas.microsoft.com/office/drawing/2014/main" id="{A161BFD7-9F18-51A8-0141-7A7E7F701152}"/>
              </a:ext>
            </a:extLst>
          </p:cNvPr>
          <p:cNvSpPr/>
          <p:nvPr/>
        </p:nvSpPr>
        <p:spPr>
          <a:xfrm>
            <a:off x="7696944" y="1910466"/>
            <a:ext cx="43430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Gap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8" name="Group 77">
            <a:extLst>
              <a:ext uri="{FF2B5EF4-FFF2-40B4-BE49-F238E27FC236}">
                <a16:creationId xmlns:a16="http://schemas.microsoft.com/office/drawing/2014/main" id="{528BB57B-8567-79B9-38A6-6209B3810E5A}"/>
              </a:ext>
            </a:extLst>
          </p:cNvPr>
          <p:cNvGrpSpPr/>
          <p:nvPr/>
        </p:nvGrpSpPr>
        <p:grpSpPr>
          <a:xfrm>
            <a:off x="5388014" y="3672760"/>
            <a:ext cx="6657972" cy="3083027"/>
            <a:chOff x="394121" y="3842497"/>
            <a:chExt cx="6494492" cy="2975912"/>
          </a:xfrm>
        </p:grpSpPr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5F742AE-4C78-301D-0CFC-6EEF05E3A223}"/>
                </a:ext>
              </a:extLst>
            </p:cNvPr>
            <p:cNvSpPr txBox="1"/>
            <p:nvPr/>
          </p:nvSpPr>
          <p:spPr>
            <a:xfrm>
              <a:off x="1102436" y="3865592"/>
              <a:ext cx="901683" cy="436029"/>
            </a:xfrm>
            <a:prstGeom prst="roundRect">
              <a:avLst>
                <a:gd name="adj" fmla="val 8060"/>
              </a:avLst>
            </a:prstGeom>
            <a:solidFill>
              <a:srgbClr val="6E421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IN" sz="11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Basic Model - Free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D53222B-DDA4-70CE-C21E-F084D581DF7B}"/>
                </a:ext>
              </a:extLst>
            </p:cNvPr>
            <p:cNvSpPr txBox="1"/>
            <p:nvPr/>
          </p:nvSpPr>
          <p:spPr>
            <a:xfrm>
              <a:off x="2026253" y="3842497"/>
              <a:ext cx="4862360" cy="448096"/>
            </a:xfrm>
            <a:prstGeom prst="roundRect">
              <a:avLst>
                <a:gd name="adj" fmla="val 12404"/>
              </a:avLst>
            </a:prstGeom>
            <a:solidFill>
              <a:srgbClr val="D4D9CF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Core campus features </a:t>
              </a:r>
              <a:r>
                <a:rPr lang="en-IN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free for students, faculty &amp; colleges</a:t>
              </a:r>
              <a:r>
                <a: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Builds a large user base and drives adoption.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300956F-DEA1-B1F2-FC3D-D43D6811509C}"/>
                </a:ext>
              </a:extLst>
            </p:cNvPr>
            <p:cNvSpPr txBox="1"/>
            <p:nvPr/>
          </p:nvSpPr>
          <p:spPr>
            <a:xfrm>
              <a:off x="1098434" y="4359838"/>
              <a:ext cx="901683" cy="427984"/>
            </a:xfrm>
            <a:prstGeom prst="roundRect">
              <a:avLst>
                <a:gd name="adj" fmla="val 5878"/>
              </a:avLst>
            </a:prstGeom>
            <a:solidFill>
              <a:srgbClr val="6E421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IN" sz="11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Admin Premium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B1F6A71-E747-D50A-E4FE-59F29DC290F5}"/>
                </a:ext>
              </a:extLst>
            </p:cNvPr>
            <p:cNvSpPr txBox="1"/>
            <p:nvPr/>
          </p:nvSpPr>
          <p:spPr>
            <a:xfrm>
              <a:off x="2022221" y="4366150"/>
              <a:ext cx="4854374" cy="427984"/>
            </a:xfrm>
            <a:prstGeom prst="roundRect">
              <a:avLst>
                <a:gd name="adj" fmla="val 4945"/>
              </a:avLst>
            </a:prstGeom>
            <a:solidFill>
              <a:srgbClr val="D4D9CF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Paid tools: </a:t>
              </a:r>
              <a:r>
                <a:rPr lang="en-IN" sz="9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Exams, Tests, Assignments, Advanced Attendance, Plagiarism &amp; Analytics</a:t>
              </a:r>
              <a:r>
                <a:rPr lang="en-IN" sz="9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Colleges pay based on premium usage/student access. 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C875DF9-7BED-51DE-5A86-5046DF7F4B0D}"/>
                </a:ext>
              </a:extLst>
            </p:cNvPr>
            <p:cNvSpPr txBox="1"/>
            <p:nvPr/>
          </p:nvSpPr>
          <p:spPr>
            <a:xfrm>
              <a:off x="1107692" y="4872277"/>
              <a:ext cx="901684" cy="427984"/>
            </a:xfrm>
            <a:prstGeom prst="roundRect">
              <a:avLst>
                <a:gd name="adj" fmla="val 5478"/>
              </a:avLst>
            </a:prstGeom>
            <a:solidFill>
              <a:srgbClr val="6E421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IN" sz="11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Student Premium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3265A1EB-297E-A5FA-17D5-050E0C6CCD82}"/>
                </a:ext>
              </a:extLst>
            </p:cNvPr>
            <p:cNvSpPr txBox="1"/>
            <p:nvPr/>
          </p:nvSpPr>
          <p:spPr>
            <a:xfrm>
              <a:off x="2028167" y="4890340"/>
              <a:ext cx="4848427" cy="423962"/>
            </a:xfrm>
            <a:prstGeom prst="roundRect">
              <a:avLst>
                <a:gd name="adj" fmla="val 3880"/>
              </a:avLst>
            </a:prstGeom>
            <a:solidFill>
              <a:srgbClr val="D4D9CF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AI Mentor, Personalized CV, Career Guidance &amp; Personal Analytics</a:t>
              </a:r>
              <a:r>
                <a: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Subscription-based premium services for students.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C1CCDE40-557A-088C-7908-91DBBFE3EE38}"/>
                </a:ext>
              </a:extLst>
            </p:cNvPr>
            <p:cNvSpPr txBox="1"/>
            <p:nvPr/>
          </p:nvSpPr>
          <p:spPr>
            <a:xfrm>
              <a:off x="1109487" y="5396993"/>
              <a:ext cx="901683" cy="423962"/>
            </a:xfrm>
            <a:prstGeom prst="roundRect">
              <a:avLst>
                <a:gd name="adj" fmla="val 3480"/>
              </a:avLst>
            </a:prstGeom>
            <a:solidFill>
              <a:srgbClr val="6E421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IN" sz="11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College Advertising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5CDD5D9-ABC7-79CC-E3AD-02064A174783}"/>
                </a:ext>
              </a:extLst>
            </p:cNvPr>
            <p:cNvSpPr txBox="1"/>
            <p:nvPr/>
          </p:nvSpPr>
          <p:spPr>
            <a:xfrm>
              <a:off x="2039945" y="5408817"/>
              <a:ext cx="4836650" cy="427984"/>
            </a:xfrm>
            <a:prstGeom prst="roundRect">
              <a:avLst>
                <a:gd name="adj" fmla="val 6011"/>
              </a:avLst>
            </a:prstGeom>
            <a:solidFill>
              <a:srgbClr val="D4D9CF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Colleges pay to promote </a:t>
              </a:r>
              <a:r>
                <a:rPr lang="en-IN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events, fests, competitions &amp; announcements</a:t>
              </a:r>
              <a:r>
                <a: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Targeted promotion to relevant student communities.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881DBA61-9A5F-361D-61FA-A14B376531D6}"/>
                </a:ext>
              </a:extLst>
            </p:cNvPr>
            <p:cNvSpPr txBox="1"/>
            <p:nvPr/>
          </p:nvSpPr>
          <p:spPr>
            <a:xfrm>
              <a:off x="1109275" y="5911467"/>
              <a:ext cx="901683" cy="408820"/>
            </a:xfrm>
            <a:prstGeom prst="roundRect">
              <a:avLst>
                <a:gd name="adj" fmla="val 3757"/>
              </a:avLst>
            </a:prstGeom>
            <a:solidFill>
              <a:srgbClr val="6E421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IN" sz="105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Commercial Advertising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88FC20A0-F5F7-9F20-75A9-B59B20296FFC}"/>
                </a:ext>
              </a:extLst>
            </p:cNvPr>
            <p:cNvSpPr txBox="1"/>
            <p:nvPr/>
          </p:nvSpPr>
          <p:spPr>
            <a:xfrm>
              <a:off x="2034056" y="5897387"/>
              <a:ext cx="4850525" cy="427984"/>
            </a:xfrm>
            <a:prstGeom prst="roundRect">
              <a:avLst>
                <a:gd name="adj" fmla="val 6011"/>
              </a:avLst>
            </a:prstGeom>
            <a:solidFill>
              <a:srgbClr val="D4D9CF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Companies/recruiters pay for </a:t>
              </a:r>
              <a:r>
                <a:rPr lang="en-IN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ads, internships, jobs &amp; student opportunities</a:t>
              </a:r>
              <a:r>
                <a: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Revenue grows with LYNCUS's student network.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431E0C0D-51AE-B754-5989-B42931342EC7}"/>
                </a:ext>
              </a:extLst>
            </p:cNvPr>
            <p:cNvSpPr txBox="1"/>
            <p:nvPr/>
          </p:nvSpPr>
          <p:spPr>
            <a:xfrm>
              <a:off x="1111133" y="6392712"/>
              <a:ext cx="901683" cy="404942"/>
            </a:xfrm>
            <a:prstGeom prst="roundRect">
              <a:avLst>
                <a:gd name="adj" fmla="val 3240"/>
              </a:avLst>
            </a:prstGeom>
            <a:solidFill>
              <a:srgbClr val="6E421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IN" sz="105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Partnerships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9BF1480-FD6A-68C6-51DE-C7534FD9BEC3}"/>
                </a:ext>
              </a:extLst>
            </p:cNvPr>
            <p:cNvSpPr txBox="1"/>
            <p:nvPr/>
          </p:nvSpPr>
          <p:spPr>
            <a:xfrm>
              <a:off x="2046006" y="6382380"/>
              <a:ext cx="4830588" cy="436029"/>
            </a:xfrm>
            <a:prstGeom prst="roundRect">
              <a:avLst>
                <a:gd name="adj" fmla="val 8571"/>
              </a:avLst>
            </a:prstGeom>
            <a:solidFill>
              <a:srgbClr val="D4D9CF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1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Recruitment, campus hiring, competitions &amp; strategic partnerships</a:t>
              </a:r>
              <a:r>
                <a: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</a:p>
            <a:p>
              <a:pPr marL="171450" lvl="0" indent="-171450">
                <a:buFont typeface="Arial" panose="020B0604020202020204" pitchFamily="34" charset="0"/>
                <a:buChar char="•"/>
              </a:pPr>
              <a:r>
                <a:rPr lang="en-I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Additional revenue as the platform scales.</a:t>
              </a: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C676F9CB-FC60-EAA5-8B69-C8051FD2A084}"/>
                </a:ext>
              </a:extLst>
            </p:cNvPr>
            <p:cNvSpPr/>
            <p:nvPr/>
          </p:nvSpPr>
          <p:spPr>
            <a:xfrm rot="16200000">
              <a:off x="-951189" y="5205482"/>
              <a:ext cx="2942128" cy="251508"/>
            </a:xfrm>
            <a:prstGeom prst="rect">
              <a:avLst/>
            </a:prstGeom>
            <a:solidFill>
              <a:srgbClr val="D4D9CF"/>
            </a:solidFill>
            <a:ln w="127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BUSINESS MODEL </a:t>
              </a:r>
            </a:p>
          </p:txBody>
        </p:sp>
        <p:pic>
          <p:nvPicPr>
            <p:cNvPr id="92" name="Picture 91" descr="Cube icon">
              <a:extLst>
                <a:ext uri="{FF2B5EF4-FFF2-40B4-BE49-F238E27FC236}">
                  <a16:creationId xmlns:a16="http://schemas.microsoft.com/office/drawing/2014/main" id="{8A948BE7-7F9D-1D0F-BF14-9959D5760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53806" y="3935116"/>
              <a:ext cx="308474" cy="308474"/>
            </a:xfrm>
            <a:prstGeom prst="rect">
              <a:avLst/>
            </a:prstGeom>
          </p:spPr>
        </p:pic>
        <p:pic>
          <p:nvPicPr>
            <p:cNvPr id="93" name="Picture 92" descr="Exclusive icon">
              <a:extLst>
                <a:ext uri="{FF2B5EF4-FFF2-40B4-BE49-F238E27FC236}">
                  <a16:creationId xmlns:a16="http://schemas.microsoft.com/office/drawing/2014/main" id="{051758C5-7113-7F58-F4EA-0C6EF0616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9058" y="4464646"/>
              <a:ext cx="278374" cy="278374"/>
            </a:xfrm>
            <a:prstGeom prst="rect">
              <a:avLst/>
            </a:prstGeom>
          </p:spPr>
        </p:pic>
        <p:pic>
          <p:nvPicPr>
            <p:cNvPr id="94" name="Picture 93" descr="Diploma icon">
              <a:extLst>
                <a:ext uri="{FF2B5EF4-FFF2-40B4-BE49-F238E27FC236}">
                  <a16:creationId xmlns:a16="http://schemas.microsoft.com/office/drawing/2014/main" id="{A996DDF9-3487-0C25-66FE-98DC2F9AAD3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47223" y="4934807"/>
              <a:ext cx="280388" cy="280388"/>
            </a:xfrm>
            <a:prstGeom prst="rect">
              <a:avLst/>
            </a:prstGeom>
          </p:spPr>
        </p:pic>
        <p:pic>
          <p:nvPicPr>
            <p:cNvPr id="95" name="Picture 94" descr="Browser icon">
              <a:extLst>
                <a:ext uri="{FF2B5EF4-FFF2-40B4-BE49-F238E27FC236}">
                  <a16:creationId xmlns:a16="http://schemas.microsoft.com/office/drawing/2014/main" id="{68669F41-BA4C-B0F4-0BE6-C9D0B60D5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710507" y="5391149"/>
              <a:ext cx="343983" cy="343983"/>
            </a:xfrm>
            <a:prstGeom prst="rect">
              <a:avLst/>
            </a:prstGeom>
          </p:spPr>
        </p:pic>
        <p:pic>
          <p:nvPicPr>
            <p:cNvPr id="96" name="Picture 95" descr="Store icon">
              <a:extLst>
                <a:ext uri="{FF2B5EF4-FFF2-40B4-BE49-F238E27FC236}">
                  <a16:creationId xmlns:a16="http://schemas.microsoft.com/office/drawing/2014/main" id="{9AB1164B-4BA5-BDC1-D4A4-AD0C8317E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10520" y="5906509"/>
              <a:ext cx="324709" cy="324709"/>
            </a:xfrm>
            <a:prstGeom prst="rect">
              <a:avLst/>
            </a:prstGeom>
          </p:spPr>
        </p:pic>
        <p:pic>
          <p:nvPicPr>
            <p:cNvPr id="97" name="Picture 96" descr="Hands icon">
              <a:extLst>
                <a:ext uri="{FF2B5EF4-FFF2-40B4-BE49-F238E27FC236}">
                  <a16:creationId xmlns:a16="http://schemas.microsoft.com/office/drawing/2014/main" id="{AED0F855-6D7B-400E-129D-383851B15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719210" y="6409901"/>
              <a:ext cx="320386" cy="320386"/>
            </a:xfrm>
            <a:prstGeom prst="rect">
              <a:avLst/>
            </a:prstGeom>
          </p:spPr>
        </p:pic>
      </p:grpSp>
      <p:sp>
        <p:nvSpPr>
          <p:cNvPr id="98" name="Rectangle: Rounded Corners 97">
            <a:extLst>
              <a:ext uri="{FF2B5EF4-FFF2-40B4-BE49-F238E27FC236}">
                <a16:creationId xmlns:a16="http://schemas.microsoft.com/office/drawing/2014/main" id="{C5705614-C497-0CA9-0CA1-8CCEA1E6B865}"/>
              </a:ext>
            </a:extLst>
          </p:cNvPr>
          <p:cNvSpPr/>
          <p:nvPr/>
        </p:nvSpPr>
        <p:spPr>
          <a:xfrm>
            <a:off x="50867" y="3522929"/>
            <a:ext cx="5091921" cy="3273095"/>
          </a:xfrm>
          <a:prstGeom prst="roundRect">
            <a:avLst>
              <a:gd name="adj" fmla="val 3244"/>
            </a:avLst>
          </a:prstGeom>
          <a:gradFill flip="none" rotWithShape="1">
            <a:gsLst>
              <a:gs pos="1000">
                <a:srgbClr val="603403"/>
              </a:gs>
              <a:gs pos="11000">
                <a:schemeClr val="accent1">
                  <a:lumMod val="45000"/>
                  <a:lumOff val="55000"/>
                </a:schemeClr>
              </a:gs>
              <a:gs pos="28000">
                <a:schemeClr val="accent1">
                  <a:lumMod val="45000"/>
                  <a:lumOff val="55000"/>
                </a:schemeClr>
              </a:gs>
              <a:gs pos="100000">
                <a:srgbClr val="D4D9CF"/>
              </a:gs>
            </a:gsLst>
            <a:lin ang="10800000" scaled="1"/>
            <a:tileRect/>
          </a:gradFill>
          <a:ln>
            <a:solidFill>
              <a:srgbClr val="C2BC8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6276EE6B-68D6-8931-8CC6-4CE44162F189}"/>
              </a:ext>
            </a:extLst>
          </p:cNvPr>
          <p:cNvSpPr/>
          <p:nvPr/>
        </p:nvSpPr>
        <p:spPr>
          <a:xfrm>
            <a:off x="167682" y="5429161"/>
            <a:ext cx="3235261" cy="417285"/>
          </a:xfrm>
          <a:prstGeom prst="rect">
            <a:avLst/>
          </a:prstGeom>
          <a:gradFill flip="none" rotWithShape="1">
            <a:gsLst>
              <a:gs pos="1000">
                <a:srgbClr val="603403"/>
              </a:gs>
              <a:gs pos="11000">
                <a:schemeClr val="accent1">
                  <a:lumMod val="45000"/>
                  <a:lumOff val="55000"/>
                </a:schemeClr>
              </a:gs>
              <a:gs pos="28000">
                <a:schemeClr val="accent1">
                  <a:lumMod val="45000"/>
                  <a:lumOff val="55000"/>
                </a:schemeClr>
              </a:gs>
              <a:gs pos="100000">
                <a:srgbClr val="D4D9C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732DBC9-AC02-9984-04E7-33D264D143BA}"/>
              </a:ext>
            </a:extLst>
          </p:cNvPr>
          <p:cNvSpPr txBox="1"/>
          <p:nvPr/>
        </p:nvSpPr>
        <p:spPr>
          <a:xfrm>
            <a:off x="36419" y="4921126"/>
            <a:ext cx="49967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customer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3B470F9-DD4C-A4D3-7D71-63FDE0C6AEC9}"/>
              </a:ext>
            </a:extLst>
          </p:cNvPr>
          <p:cNvSpPr txBox="1"/>
          <p:nvPr/>
        </p:nvSpPr>
        <p:spPr>
          <a:xfrm>
            <a:off x="187969" y="5466756"/>
            <a:ext cx="32892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/>
              <a:t>Initial Market</a:t>
            </a:r>
            <a:r>
              <a:rPr lang="en-IN" sz="1100" dirty="0"/>
              <a:t>-Management Universities &amp; Business Schools, Postgraduate Colleges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35B14CC2-A711-0C10-3469-E1E1FDB3C407}"/>
              </a:ext>
            </a:extLst>
          </p:cNvPr>
          <p:cNvSpPr/>
          <p:nvPr/>
        </p:nvSpPr>
        <p:spPr>
          <a:xfrm>
            <a:off x="180661" y="5195377"/>
            <a:ext cx="3222283" cy="226602"/>
          </a:xfrm>
          <a:prstGeom prst="roundRect">
            <a:avLst/>
          </a:prstGeom>
          <a:solidFill>
            <a:srgbClr val="6E42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CBBABBE3-C795-1B17-2A88-9A522AB5B8E8}"/>
              </a:ext>
            </a:extLst>
          </p:cNvPr>
          <p:cNvSpPr/>
          <p:nvPr/>
        </p:nvSpPr>
        <p:spPr>
          <a:xfrm>
            <a:off x="3491256" y="5436782"/>
            <a:ext cx="1530398" cy="1280164"/>
          </a:xfrm>
          <a:prstGeom prst="rect">
            <a:avLst/>
          </a:prstGeom>
          <a:gradFill flip="none" rotWithShape="1">
            <a:gsLst>
              <a:gs pos="1000">
                <a:srgbClr val="603403"/>
              </a:gs>
              <a:gs pos="11000">
                <a:schemeClr val="accent1">
                  <a:lumMod val="45000"/>
                  <a:lumOff val="55000"/>
                </a:schemeClr>
              </a:gs>
              <a:gs pos="28000">
                <a:schemeClr val="accent1">
                  <a:lumMod val="45000"/>
                  <a:lumOff val="55000"/>
                </a:schemeClr>
              </a:gs>
              <a:gs pos="100000">
                <a:srgbClr val="D4D9C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594F6F5D-7D81-2E36-0802-CA5A7F0618D2}"/>
              </a:ext>
            </a:extLst>
          </p:cNvPr>
          <p:cNvSpPr txBox="1"/>
          <p:nvPr/>
        </p:nvSpPr>
        <p:spPr>
          <a:xfrm>
            <a:off x="3499802" y="5468375"/>
            <a:ext cx="1526309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/ Lecturers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Administrators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Clubs &amp; Committees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Recruiters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1DFA1452-43F0-CA37-048C-AF09FCBDFF73}"/>
              </a:ext>
            </a:extLst>
          </p:cNvPr>
          <p:cNvSpPr/>
          <p:nvPr/>
        </p:nvSpPr>
        <p:spPr>
          <a:xfrm>
            <a:off x="3480328" y="5256156"/>
            <a:ext cx="1535951" cy="242220"/>
          </a:xfrm>
          <a:prstGeom prst="roundRect">
            <a:avLst/>
          </a:prstGeom>
          <a:solidFill>
            <a:srgbClr val="6E42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55A63D4-7BE8-319F-E6D8-A931CFB5CA61}"/>
              </a:ext>
            </a:extLst>
          </p:cNvPr>
          <p:cNvSpPr/>
          <p:nvPr/>
        </p:nvSpPr>
        <p:spPr>
          <a:xfrm>
            <a:off x="168181" y="6038007"/>
            <a:ext cx="3247244" cy="734138"/>
          </a:xfrm>
          <a:prstGeom prst="rect">
            <a:avLst/>
          </a:prstGeom>
          <a:gradFill flip="none" rotWithShape="1">
            <a:gsLst>
              <a:gs pos="1000">
                <a:srgbClr val="603403"/>
              </a:gs>
              <a:gs pos="11000">
                <a:schemeClr val="accent1">
                  <a:lumMod val="45000"/>
                  <a:lumOff val="55000"/>
                </a:schemeClr>
              </a:gs>
              <a:gs pos="28000">
                <a:schemeClr val="accent1">
                  <a:lumMod val="45000"/>
                  <a:lumOff val="55000"/>
                </a:schemeClr>
              </a:gs>
              <a:gs pos="100000">
                <a:srgbClr val="D4D9CF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3EE3E236-6224-1D85-BFF0-19CB83B55F06}"/>
              </a:ext>
            </a:extLst>
          </p:cNvPr>
          <p:cNvSpPr txBox="1"/>
          <p:nvPr/>
        </p:nvSpPr>
        <p:spPr>
          <a:xfrm>
            <a:off x="180661" y="6028818"/>
            <a:ext cx="32347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Colleges &amp; Universities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Engineering, Agriculture &amp; other professional institutions, School Chains ( Coaching institutes)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Expansion</a:t>
            </a:r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8588F8E0-AB8A-C00C-BDF8-E3CCE94C1112}"/>
              </a:ext>
            </a:extLst>
          </p:cNvPr>
          <p:cNvSpPr/>
          <p:nvPr/>
        </p:nvSpPr>
        <p:spPr>
          <a:xfrm>
            <a:off x="168181" y="5868550"/>
            <a:ext cx="3234764" cy="169458"/>
          </a:xfrm>
          <a:prstGeom prst="roundRect">
            <a:avLst/>
          </a:prstGeom>
          <a:solidFill>
            <a:srgbClr val="6E421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Expansion</a:t>
            </a:r>
            <a:endParaRPr lang="en-IN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35D0D8-39E5-67E1-78B5-FD955F4C01CB}"/>
              </a:ext>
            </a:extLst>
          </p:cNvPr>
          <p:cNvSpPr txBox="1"/>
          <p:nvPr/>
        </p:nvSpPr>
        <p:spPr>
          <a:xfrm>
            <a:off x="811763" y="219793"/>
            <a:ext cx="2120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Connect. Collaborate. Create.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69079FE-370E-AB15-8D8D-6C59A46659E2}"/>
              </a:ext>
            </a:extLst>
          </p:cNvPr>
          <p:cNvSpPr/>
          <p:nvPr/>
        </p:nvSpPr>
        <p:spPr>
          <a:xfrm>
            <a:off x="7693177" y="530425"/>
            <a:ext cx="4459631" cy="1179588"/>
          </a:xfrm>
          <a:prstGeom prst="roundRect">
            <a:avLst/>
          </a:prstGeom>
          <a:solidFill>
            <a:srgbClr val="DAD7B3"/>
          </a:solidFill>
          <a:ln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A27938-948F-0555-D3CF-91298717F6A9}"/>
              </a:ext>
            </a:extLst>
          </p:cNvPr>
          <p:cNvSpPr txBox="1"/>
          <p:nvPr/>
        </p:nvSpPr>
        <p:spPr>
          <a:xfrm>
            <a:off x="7742366" y="864671"/>
            <a:ext cx="4356230" cy="788303"/>
          </a:xfrm>
          <a:prstGeom prst="roundRect">
            <a:avLst/>
          </a:prstGeom>
          <a:solidFill>
            <a:srgbClr val="D4D9CF"/>
          </a:solidFill>
          <a:ln w="127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endParaRPr lang="en-IN" sz="13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24CA97-9AC8-5E2E-FA28-A6793B7A6554}"/>
              </a:ext>
            </a:extLst>
          </p:cNvPr>
          <p:cNvSpPr txBox="1"/>
          <p:nvPr/>
        </p:nvSpPr>
        <p:spPr>
          <a:xfrm>
            <a:off x="7936802" y="527461"/>
            <a:ext cx="3917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Derived from Primary Research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30E6B6-294E-379B-0480-A997B8C607E0}"/>
              </a:ext>
            </a:extLst>
          </p:cNvPr>
          <p:cNvSpPr txBox="1"/>
          <p:nvPr/>
        </p:nvSpPr>
        <p:spPr>
          <a:xfrm>
            <a:off x="7878079" y="896142"/>
            <a:ext cx="4148845" cy="769441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78% 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 multiple platforms for college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64%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have missed important academic/campus updates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82%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prefer a centralized campus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59%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are interested in cross-college networking</a:t>
            </a:r>
          </a:p>
        </p:txBody>
      </p:sp>
      <p:graphicFrame>
        <p:nvGraphicFramePr>
          <p:cNvPr id="66" name="Table 65">
            <a:extLst>
              <a:ext uri="{FF2B5EF4-FFF2-40B4-BE49-F238E27FC236}">
                <a16:creationId xmlns:a16="http://schemas.microsoft.com/office/drawing/2014/main" id="{35C62450-8D24-3DA1-9E51-351888E2AA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705658"/>
              </p:ext>
            </p:extLst>
          </p:nvPr>
        </p:nvGraphicFramePr>
        <p:xfrm>
          <a:off x="1830161" y="3655845"/>
          <a:ext cx="3222282" cy="1295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80910">
                  <a:extLst>
                    <a:ext uri="{9D8B030D-6E8A-4147-A177-3AD203B41FA5}">
                      <a16:colId xmlns:a16="http://schemas.microsoft.com/office/drawing/2014/main" val="4201610186"/>
                    </a:ext>
                  </a:extLst>
                </a:gridCol>
                <a:gridCol w="1341372">
                  <a:extLst>
                    <a:ext uri="{9D8B030D-6E8A-4147-A177-3AD203B41FA5}">
                      <a16:colId xmlns:a16="http://schemas.microsoft.com/office/drawing/2014/main" val="2244846054"/>
                    </a:ext>
                  </a:extLst>
                </a:gridCol>
              </a:tblGrid>
              <a:tr h="2411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9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 Student / Year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986326"/>
                  </a:ext>
                </a:extLst>
              </a:tr>
              <a:tr h="2411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 SaaS 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9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476695"/>
                  </a:ext>
                </a:extLst>
              </a:tr>
              <a:tr h="2411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Premium 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9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₹82.50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903856"/>
                  </a:ext>
                </a:extLst>
              </a:tr>
              <a:tr h="2411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 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9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₹120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279365"/>
                  </a:ext>
                </a:extLst>
              </a:tr>
              <a:tr h="24113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Revenue / Student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9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₹222.50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4588648"/>
                  </a:ext>
                </a:extLst>
              </a:tr>
            </a:tbl>
          </a:graphicData>
        </a:graphic>
      </p:graphicFrame>
      <p:sp>
        <p:nvSpPr>
          <p:cNvPr id="76" name="TextBox 75">
            <a:extLst>
              <a:ext uri="{FF2B5EF4-FFF2-40B4-BE49-F238E27FC236}">
                <a16:creationId xmlns:a16="http://schemas.microsoft.com/office/drawing/2014/main" id="{0DFF6561-CA5A-762D-A3A5-36786F6FA7F0}"/>
              </a:ext>
            </a:extLst>
          </p:cNvPr>
          <p:cNvSpPr txBox="1"/>
          <p:nvPr/>
        </p:nvSpPr>
        <p:spPr>
          <a:xfrm>
            <a:off x="18357" y="3949735"/>
            <a:ext cx="17666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1.5k Colleges - 600k Students = 13.3cr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15% Student Premium Conversion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Paying Colleges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96CE6AA4-D086-48EA-811F-7BD5DC238E89}"/>
              </a:ext>
            </a:extLst>
          </p:cNvPr>
          <p:cNvSpPr txBox="1"/>
          <p:nvPr/>
        </p:nvSpPr>
        <p:spPr>
          <a:xfrm>
            <a:off x="75947" y="3560478"/>
            <a:ext cx="16638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LYNCUS -  Unit Economics</a:t>
            </a:r>
          </a:p>
        </p:txBody>
      </p:sp>
    </p:spTree>
    <p:extLst>
      <p:ext uri="{BB962C8B-B14F-4D97-AF65-F5344CB8AC3E}">
        <p14:creationId xmlns:p14="http://schemas.microsoft.com/office/powerpoint/2010/main" val="2970269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8186C-7CB4-5DB2-7F08-13FD3F606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1D1B11A-DC67-A667-E2A5-8798CB999D47}"/>
              </a:ext>
            </a:extLst>
          </p:cNvPr>
          <p:cNvCxnSpPr/>
          <p:nvPr/>
        </p:nvCxnSpPr>
        <p:spPr>
          <a:xfrm>
            <a:off x="0" y="44704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04CF1DC-EA50-2B2E-C902-70FDFB222A88}"/>
              </a:ext>
            </a:extLst>
          </p:cNvPr>
          <p:cNvCxnSpPr/>
          <p:nvPr/>
        </p:nvCxnSpPr>
        <p:spPr>
          <a:xfrm>
            <a:off x="0" y="47752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A472E22-8DD3-76B4-EF15-C8C4F0F947BA}"/>
              </a:ext>
            </a:extLst>
          </p:cNvPr>
          <p:cNvSpPr txBox="1"/>
          <p:nvPr/>
        </p:nvSpPr>
        <p:spPr>
          <a:xfrm>
            <a:off x="82753" y="5587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LYNCUS</a:t>
            </a:r>
          </a:p>
        </p:txBody>
      </p:sp>
      <p:pic>
        <p:nvPicPr>
          <p:cNvPr id="9" name="Picture 8" descr="Akanksha: A Business Plan / competitions">
            <a:extLst>
              <a:ext uri="{FF2B5EF4-FFF2-40B4-BE49-F238E27FC236}">
                <a16:creationId xmlns:a16="http://schemas.microsoft.com/office/drawing/2014/main" id="{4969573F-5138-40DA-5107-F2CCBA442F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848" b="34952"/>
          <a:stretch>
            <a:fillRect/>
          </a:stretch>
        </p:blipFill>
        <p:spPr>
          <a:xfrm>
            <a:off x="11165560" y="0"/>
            <a:ext cx="1026440" cy="299720"/>
          </a:xfrm>
          <a:prstGeom prst="rect">
            <a:avLst/>
          </a:prstGeom>
        </p:spPr>
      </p:pic>
      <p:pic>
        <p:nvPicPr>
          <p:cNvPr id="10" name="Picture 9" descr="National Institute of Agricultural Extension Management (MANAGE), Hyderabad">
            <a:extLst>
              <a:ext uri="{FF2B5EF4-FFF2-40B4-BE49-F238E27FC236}">
                <a16:creationId xmlns:a16="http://schemas.microsoft.com/office/drawing/2014/main" id="{E32AF952-D74C-145E-695A-5A77EE8633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730" y="10670"/>
            <a:ext cx="372830" cy="2783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9A63E3-ADD4-64FA-356B-4FB2EFB660E0}"/>
              </a:ext>
            </a:extLst>
          </p:cNvPr>
          <p:cNvSpPr txBox="1"/>
          <p:nvPr/>
        </p:nvSpPr>
        <p:spPr>
          <a:xfrm>
            <a:off x="4128332" y="23271"/>
            <a:ext cx="3734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GTM, Product &amp; Growth Roadmap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68C2CDF3-3C16-8873-3285-3CDA647D1F32}"/>
              </a:ext>
            </a:extLst>
          </p:cNvPr>
          <p:cNvSpPr/>
          <p:nvPr/>
        </p:nvSpPr>
        <p:spPr>
          <a:xfrm>
            <a:off x="40607" y="2507671"/>
            <a:ext cx="6232168" cy="4294449"/>
          </a:xfrm>
          <a:prstGeom prst="roundRect">
            <a:avLst>
              <a:gd name="adj" fmla="val 3173"/>
            </a:avLst>
          </a:prstGeom>
          <a:solidFill>
            <a:srgbClr val="DAD7B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F0E069C-5E42-09D0-0207-77A2917E489F}"/>
              </a:ext>
            </a:extLst>
          </p:cNvPr>
          <p:cNvSpPr/>
          <p:nvPr/>
        </p:nvSpPr>
        <p:spPr>
          <a:xfrm>
            <a:off x="40608" y="2343411"/>
            <a:ext cx="6193326" cy="217748"/>
          </a:xfrm>
          <a:prstGeom prst="rect">
            <a:avLst/>
          </a:prstGeom>
          <a:solidFill>
            <a:srgbClr val="DAD7B3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PROPOSITION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886D16F-D61C-D78B-E043-A6DD3258D2E9}"/>
              </a:ext>
            </a:extLst>
          </p:cNvPr>
          <p:cNvSpPr/>
          <p:nvPr/>
        </p:nvSpPr>
        <p:spPr>
          <a:xfrm>
            <a:off x="2674878" y="3691817"/>
            <a:ext cx="931258" cy="3255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LYNCUS</a:t>
            </a:r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FD9F9646-6E5C-8FF6-2957-CE04F1FCADD5}"/>
              </a:ext>
            </a:extLst>
          </p:cNvPr>
          <p:cNvSpPr/>
          <p:nvPr/>
        </p:nvSpPr>
        <p:spPr>
          <a:xfrm>
            <a:off x="188365" y="2822093"/>
            <a:ext cx="2309222" cy="974616"/>
          </a:xfrm>
          <a:prstGeom prst="roundRect">
            <a:avLst/>
          </a:prstGeom>
          <a:solidFill>
            <a:srgbClr val="F3F2E6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30FEF0A-43EA-BB4E-ADCE-07A758B627BD}"/>
              </a:ext>
            </a:extLst>
          </p:cNvPr>
          <p:cNvSpPr txBox="1"/>
          <p:nvPr/>
        </p:nvSpPr>
        <p:spPr>
          <a:xfrm>
            <a:off x="325405" y="2522633"/>
            <a:ext cx="1976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One-Stop Campus Hub</a:t>
            </a:r>
            <a:endParaRPr lang="en-I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F836FEC-CA66-821D-1AC0-8C6DBD7462A4}"/>
              </a:ext>
            </a:extLst>
          </p:cNvPr>
          <p:cNvSpPr txBox="1"/>
          <p:nvPr/>
        </p:nvSpPr>
        <p:spPr>
          <a:xfrm>
            <a:off x="243839" y="2789316"/>
            <a:ext cx="22103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Everything in one app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Classes, assignments, updates &amp; events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dependence on multiple platforms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FE768B02-4917-9317-1199-214DB73E57A5}"/>
              </a:ext>
            </a:extLst>
          </p:cNvPr>
          <p:cNvSpPr/>
          <p:nvPr/>
        </p:nvSpPr>
        <p:spPr>
          <a:xfrm>
            <a:off x="150154" y="4061278"/>
            <a:ext cx="2294598" cy="86439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DA4FEB1-04E7-CD31-AD2B-73E999BE3E8B}"/>
              </a:ext>
            </a:extLst>
          </p:cNvPr>
          <p:cNvSpPr txBox="1"/>
          <p:nvPr/>
        </p:nvSpPr>
        <p:spPr>
          <a:xfrm>
            <a:off x="121532" y="3780932"/>
            <a:ext cx="24651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Career Growth</a:t>
            </a:r>
            <a:endParaRPr lang="en-I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9037D44-3B72-F27A-3E0D-72B366D44C19}"/>
              </a:ext>
            </a:extLst>
          </p:cNvPr>
          <p:cNvSpPr txBox="1"/>
          <p:nvPr/>
        </p:nvSpPr>
        <p:spPr>
          <a:xfrm>
            <a:off x="178408" y="4110517"/>
            <a:ext cx="22663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career support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CV, GD/PI &amp; career guidance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Jobs, internships &amp; opportunities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3B3F826-EECB-20C1-2C11-C68F3A0F498F}"/>
              </a:ext>
            </a:extLst>
          </p:cNvPr>
          <p:cNvSpPr txBox="1"/>
          <p:nvPr/>
        </p:nvSpPr>
        <p:spPr>
          <a:xfrm>
            <a:off x="3767800" y="2524772"/>
            <a:ext cx="25778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Smarter Campus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</a:t>
            </a:r>
            <a:endParaRPr lang="en-IN" sz="1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131ED334-23FD-87BF-79DF-350D727861A6}"/>
              </a:ext>
            </a:extLst>
          </p:cNvPr>
          <p:cNvSpPr/>
          <p:nvPr/>
        </p:nvSpPr>
        <p:spPr>
          <a:xfrm>
            <a:off x="3842177" y="4035153"/>
            <a:ext cx="2325579" cy="86439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D956625-D32D-AE9D-E9FC-D7352FD6C28A}"/>
              </a:ext>
            </a:extLst>
          </p:cNvPr>
          <p:cNvSpPr txBox="1"/>
          <p:nvPr/>
        </p:nvSpPr>
        <p:spPr>
          <a:xfrm>
            <a:off x="4063396" y="3772639"/>
            <a:ext cx="1963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3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sz="1400" dirty="0"/>
              <a:t>Cross-College Network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9F87795-4803-8540-CA87-2023336D7E17}"/>
              </a:ext>
            </a:extLst>
          </p:cNvPr>
          <p:cNvSpPr txBox="1"/>
          <p:nvPr/>
        </p:nvSpPr>
        <p:spPr>
          <a:xfrm>
            <a:off x="3823195" y="4074464"/>
            <a:ext cx="24629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beyond your campus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Discover competitions &amp; events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Student, club &amp; committee networking</a:t>
            </a:r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07785A1-338F-C236-F776-68F65DECFE38}"/>
              </a:ext>
            </a:extLst>
          </p:cNvPr>
          <p:cNvSpPr/>
          <p:nvPr/>
        </p:nvSpPr>
        <p:spPr>
          <a:xfrm rot="5400000">
            <a:off x="11051506" y="4763586"/>
            <a:ext cx="1849022" cy="1337327"/>
          </a:xfrm>
          <a:custGeom>
            <a:avLst/>
            <a:gdLst>
              <a:gd name="csX0" fmla="*/ 0 w 1849022"/>
              <a:gd name="csY0" fmla="*/ 0 h 1337327"/>
              <a:gd name="csX1" fmla="*/ 1849022 w 1849022"/>
              <a:gd name="csY1" fmla="*/ 0 h 1337327"/>
              <a:gd name="csX2" fmla="*/ 1849022 w 1849022"/>
              <a:gd name="csY2" fmla="*/ 1337327 h 1337327"/>
              <a:gd name="csX3" fmla="*/ 0 w 1849022"/>
              <a:gd name="csY3" fmla="*/ 1337327 h 1337327"/>
              <a:gd name="csX4" fmla="*/ 0 w 1849022"/>
              <a:gd name="csY4" fmla="*/ 0 h 13373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49022" h="1337327">
                <a:moveTo>
                  <a:pt x="0" y="0"/>
                </a:moveTo>
                <a:lnTo>
                  <a:pt x="1849022" y="0"/>
                </a:lnTo>
                <a:lnTo>
                  <a:pt x="1849022" y="1337327"/>
                </a:lnTo>
                <a:lnTo>
                  <a:pt x="0" y="133732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4930" tIns="74930" rIns="74930" bIns="74930" numCol="1" spcCol="1270" anchor="ctr" anchorCtr="0">
            <a:noAutofit/>
          </a:bodyPr>
          <a:lstStyle/>
          <a:p>
            <a:pPr marL="0" lvl="0" indent="0" algn="l" defTabSz="2622550">
              <a:lnSpc>
                <a:spcPct val="90000"/>
              </a:lnSpc>
              <a:spcBef>
                <a:spcPct val="0"/>
              </a:spcBef>
              <a:spcAft>
                <a:spcPct val="10000"/>
              </a:spcAft>
              <a:buNone/>
            </a:pPr>
            <a:endParaRPr lang="en-IN" sz="5900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5C881EEC-5C3A-8219-4DC0-D6771D321737}"/>
              </a:ext>
            </a:extLst>
          </p:cNvPr>
          <p:cNvSpPr/>
          <p:nvPr/>
        </p:nvSpPr>
        <p:spPr>
          <a:xfrm rot="5400000">
            <a:off x="5039260" y="4328163"/>
            <a:ext cx="1849022" cy="1337327"/>
          </a:xfrm>
          <a:custGeom>
            <a:avLst/>
            <a:gdLst>
              <a:gd name="csX0" fmla="*/ 0 w 1849022"/>
              <a:gd name="csY0" fmla="*/ 0 h 1337327"/>
              <a:gd name="csX1" fmla="*/ 1849022 w 1849022"/>
              <a:gd name="csY1" fmla="*/ 0 h 1337327"/>
              <a:gd name="csX2" fmla="*/ 1849022 w 1849022"/>
              <a:gd name="csY2" fmla="*/ 1337327 h 1337327"/>
              <a:gd name="csX3" fmla="*/ 0 w 1849022"/>
              <a:gd name="csY3" fmla="*/ 1337327 h 1337327"/>
              <a:gd name="csX4" fmla="*/ 0 w 1849022"/>
              <a:gd name="csY4" fmla="*/ 0 h 13373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849022" h="1337327">
                <a:moveTo>
                  <a:pt x="0" y="0"/>
                </a:moveTo>
                <a:lnTo>
                  <a:pt x="1849022" y="0"/>
                </a:lnTo>
                <a:lnTo>
                  <a:pt x="1849022" y="1337327"/>
                </a:lnTo>
                <a:lnTo>
                  <a:pt x="0" y="1337327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4930" tIns="74930" rIns="74930" bIns="74930" numCol="1" spcCol="1270" anchor="ctr" anchorCtr="0">
            <a:noAutofit/>
          </a:bodyPr>
          <a:lstStyle/>
          <a:p>
            <a:pPr marL="0" lvl="0" indent="0" algn="l" defTabSz="2622550">
              <a:lnSpc>
                <a:spcPct val="90000"/>
              </a:lnSpc>
              <a:spcBef>
                <a:spcPct val="0"/>
              </a:spcBef>
              <a:spcAft>
                <a:spcPct val="10000"/>
              </a:spcAft>
              <a:buNone/>
            </a:pPr>
            <a:endParaRPr lang="en-IN" sz="5900" kern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36DBA69-633E-50F1-7967-F8E9A8EAD021}"/>
              </a:ext>
            </a:extLst>
          </p:cNvPr>
          <p:cNvSpPr/>
          <p:nvPr/>
        </p:nvSpPr>
        <p:spPr>
          <a:xfrm rot="5400000">
            <a:off x="2812608" y="-538940"/>
            <a:ext cx="401662" cy="2524252"/>
          </a:xfrm>
          <a:prstGeom prst="roundRect">
            <a:avLst/>
          </a:prstGeom>
          <a:solidFill>
            <a:srgbClr val="DAD7B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6E48D63-14CB-6556-692D-2A09E9A1DAC7}"/>
              </a:ext>
            </a:extLst>
          </p:cNvPr>
          <p:cNvSpPr txBox="1"/>
          <p:nvPr/>
        </p:nvSpPr>
        <p:spPr>
          <a:xfrm>
            <a:off x="2603248" y="499179"/>
            <a:ext cx="744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PILOT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72F29D3-5593-6C54-53AC-131751CAF6B0}"/>
              </a:ext>
            </a:extLst>
          </p:cNvPr>
          <p:cNvSpPr txBox="1"/>
          <p:nvPr/>
        </p:nvSpPr>
        <p:spPr>
          <a:xfrm>
            <a:off x="2165290" y="705276"/>
            <a:ext cx="16962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0-3 Months / 10-20 Colleges</a:t>
            </a:r>
          </a:p>
        </p:txBody>
      </p:sp>
      <p:sp>
        <p:nvSpPr>
          <p:cNvPr id="119" name="Rectangle: Rounded Corners 118">
            <a:extLst>
              <a:ext uri="{FF2B5EF4-FFF2-40B4-BE49-F238E27FC236}">
                <a16:creationId xmlns:a16="http://schemas.microsoft.com/office/drawing/2014/main" id="{F622C003-08F2-9354-3AF6-9A26117A60F2}"/>
              </a:ext>
            </a:extLst>
          </p:cNvPr>
          <p:cNvSpPr/>
          <p:nvPr/>
        </p:nvSpPr>
        <p:spPr>
          <a:xfrm>
            <a:off x="1751313" y="971975"/>
            <a:ext cx="2524251" cy="1295124"/>
          </a:xfrm>
          <a:prstGeom prst="roundRect">
            <a:avLst/>
          </a:prstGeom>
          <a:solidFill>
            <a:srgbClr val="D4D9C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Arrow: Bent 124">
            <a:extLst>
              <a:ext uri="{FF2B5EF4-FFF2-40B4-BE49-F238E27FC236}">
                <a16:creationId xmlns:a16="http://schemas.microsoft.com/office/drawing/2014/main" id="{07D8CA28-FF9E-6B70-FA7F-A8AEEAC61BB2}"/>
              </a:ext>
            </a:extLst>
          </p:cNvPr>
          <p:cNvSpPr/>
          <p:nvPr/>
        </p:nvSpPr>
        <p:spPr>
          <a:xfrm>
            <a:off x="762000" y="522355"/>
            <a:ext cx="919614" cy="690178"/>
          </a:xfrm>
          <a:prstGeom prst="bentArrow">
            <a:avLst>
              <a:gd name="adj1" fmla="val 27944"/>
              <a:gd name="adj2" fmla="val 33626"/>
              <a:gd name="adj3" fmla="val 38249"/>
              <a:gd name="adj4" fmla="val 43750"/>
            </a:avLst>
          </a:prstGeom>
          <a:solidFill>
            <a:srgbClr val="6E421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D515FBC-74BD-035A-0E53-4B49AD0E8DD4}"/>
              </a:ext>
            </a:extLst>
          </p:cNvPr>
          <p:cNvSpPr/>
          <p:nvPr/>
        </p:nvSpPr>
        <p:spPr>
          <a:xfrm>
            <a:off x="82753" y="1324914"/>
            <a:ext cx="1583479" cy="745921"/>
          </a:xfrm>
          <a:prstGeom prst="roundRect">
            <a:avLst>
              <a:gd name="adj" fmla="val 31270"/>
            </a:avLst>
          </a:prstGeom>
          <a:solidFill>
            <a:srgbClr val="F5DDD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 TO MARKET STRATEGY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1E07315A-BC9B-8D1F-CD0D-FDE867E4B044}"/>
              </a:ext>
            </a:extLst>
          </p:cNvPr>
          <p:cNvSpPr txBox="1"/>
          <p:nvPr/>
        </p:nvSpPr>
        <p:spPr>
          <a:xfrm>
            <a:off x="1728710" y="1001566"/>
            <a:ext cx="25621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Directly pitch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onboard pilot colleges.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MVP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test core features.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student/admin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validate demand.</a:t>
            </a:r>
          </a:p>
        </p:txBody>
      </p:sp>
      <p:sp>
        <p:nvSpPr>
          <p:cNvPr id="129" name="Rectangle: Rounded Corners 128">
            <a:extLst>
              <a:ext uri="{FF2B5EF4-FFF2-40B4-BE49-F238E27FC236}">
                <a16:creationId xmlns:a16="http://schemas.microsoft.com/office/drawing/2014/main" id="{595AB9FF-6203-96C1-6272-334899730159}"/>
              </a:ext>
            </a:extLst>
          </p:cNvPr>
          <p:cNvSpPr/>
          <p:nvPr/>
        </p:nvSpPr>
        <p:spPr>
          <a:xfrm rot="5400000">
            <a:off x="5476257" y="-538940"/>
            <a:ext cx="401662" cy="2524252"/>
          </a:xfrm>
          <a:prstGeom prst="roundRect">
            <a:avLst/>
          </a:prstGeom>
          <a:solidFill>
            <a:srgbClr val="DAD7B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FA134D7-6895-C058-0DCA-A3ED7EC7E23D}"/>
              </a:ext>
            </a:extLst>
          </p:cNvPr>
          <p:cNvSpPr txBox="1"/>
          <p:nvPr/>
        </p:nvSpPr>
        <p:spPr>
          <a:xfrm>
            <a:off x="5266897" y="499179"/>
            <a:ext cx="10534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1251B80-451B-135A-FB2E-553A9993110B}"/>
              </a:ext>
            </a:extLst>
          </p:cNvPr>
          <p:cNvSpPr txBox="1"/>
          <p:nvPr/>
        </p:nvSpPr>
        <p:spPr>
          <a:xfrm>
            <a:off x="4764819" y="705276"/>
            <a:ext cx="18245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3-6 Months / 100-150 Colleges</a:t>
            </a:r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283E793F-A24D-75D8-213D-632D613FC65E}"/>
              </a:ext>
            </a:extLst>
          </p:cNvPr>
          <p:cNvSpPr/>
          <p:nvPr/>
        </p:nvSpPr>
        <p:spPr>
          <a:xfrm>
            <a:off x="4414962" y="971975"/>
            <a:ext cx="2524251" cy="1295124"/>
          </a:xfrm>
          <a:prstGeom prst="roundRect">
            <a:avLst/>
          </a:prstGeom>
          <a:solidFill>
            <a:srgbClr val="D4D9C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E737CDF5-0C0C-4DE0-6E13-918F535EB447}"/>
              </a:ext>
            </a:extLst>
          </p:cNvPr>
          <p:cNvSpPr txBox="1"/>
          <p:nvPr/>
        </p:nvSpPr>
        <p:spPr>
          <a:xfrm>
            <a:off x="4392359" y="1001566"/>
            <a:ext cx="25621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testimonials, referrals &amp; pilot success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UI/features based on feedback.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 onboarding and establish IP/legal protection.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6BA941D1-F2FC-087D-4AC8-CC4F4372C8A4}"/>
              </a:ext>
            </a:extLst>
          </p:cNvPr>
          <p:cNvSpPr/>
          <p:nvPr/>
        </p:nvSpPr>
        <p:spPr>
          <a:xfrm rot="5400000">
            <a:off x="8110532" y="-538940"/>
            <a:ext cx="401662" cy="2524252"/>
          </a:xfrm>
          <a:prstGeom prst="roundRect">
            <a:avLst/>
          </a:prstGeom>
          <a:solidFill>
            <a:srgbClr val="DAD7B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9A30DAC5-2B4E-E2C1-0A81-0DCE65879599}"/>
              </a:ext>
            </a:extLst>
          </p:cNvPr>
          <p:cNvSpPr txBox="1"/>
          <p:nvPr/>
        </p:nvSpPr>
        <p:spPr>
          <a:xfrm>
            <a:off x="7901172" y="499179"/>
            <a:ext cx="9199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971E86D-FDAA-7593-240A-1B6BEA44431E}"/>
              </a:ext>
            </a:extLst>
          </p:cNvPr>
          <p:cNvSpPr txBox="1"/>
          <p:nvPr/>
        </p:nvSpPr>
        <p:spPr>
          <a:xfrm>
            <a:off x="7344581" y="705276"/>
            <a:ext cx="19848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6-18 Months /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500-2,000 Colleges</a:t>
            </a:r>
          </a:p>
        </p:txBody>
      </p:sp>
      <p:sp>
        <p:nvSpPr>
          <p:cNvPr id="142" name="Rectangle: Rounded Corners 141">
            <a:extLst>
              <a:ext uri="{FF2B5EF4-FFF2-40B4-BE49-F238E27FC236}">
                <a16:creationId xmlns:a16="http://schemas.microsoft.com/office/drawing/2014/main" id="{13064AD6-0DCD-EB6F-587C-DD0807A27DAF}"/>
              </a:ext>
            </a:extLst>
          </p:cNvPr>
          <p:cNvSpPr/>
          <p:nvPr/>
        </p:nvSpPr>
        <p:spPr>
          <a:xfrm>
            <a:off x="7049237" y="971975"/>
            <a:ext cx="2524251" cy="1295124"/>
          </a:xfrm>
          <a:prstGeom prst="roundRect">
            <a:avLst/>
          </a:prstGeom>
          <a:solidFill>
            <a:srgbClr val="D4D9C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C06AFECD-5F8E-3F12-BA61-FA5601C6A7C5}"/>
              </a:ext>
            </a:extLst>
          </p:cNvPr>
          <p:cNvSpPr txBox="1"/>
          <p:nvPr/>
        </p:nvSpPr>
        <p:spPr>
          <a:xfrm>
            <a:off x="7026634" y="1001566"/>
            <a:ext cx="25621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through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campus ambassadors &amp; referrals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standardized onboarding and operations.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cross-college networking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opportunities</a:t>
            </a:r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DEA32DE7-07A6-84B3-DDD5-F59E2F9ECDC7}"/>
              </a:ext>
            </a:extLst>
          </p:cNvPr>
          <p:cNvSpPr/>
          <p:nvPr/>
        </p:nvSpPr>
        <p:spPr>
          <a:xfrm rot="5400000">
            <a:off x="10706511" y="-538940"/>
            <a:ext cx="401662" cy="2524252"/>
          </a:xfrm>
          <a:prstGeom prst="roundRect">
            <a:avLst/>
          </a:prstGeom>
          <a:solidFill>
            <a:srgbClr val="DAD7B3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969B813D-5572-F9C2-6368-115BCC26E08B}"/>
              </a:ext>
            </a:extLst>
          </p:cNvPr>
          <p:cNvSpPr txBox="1"/>
          <p:nvPr/>
        </p:nvSpPr>
        <p:spPr>
          <a:xfrm>
            <a:off x="10497151" y="499179"/>
            <a:ext cx="7841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AE249740-0EA3-9AFA-2DA5-9817F6948AD7}"/>
              </a:ext>
            </a:extLst>
          </p:cNvPr>
          <p:cNvSpPr txBox="1"/>
          <p:nvPr/>
        </p:nvSpPr>
        <p:spPr>
          <a:xfrm>
            <a:off x="10030343" y="705276"/>
            <a:ext cx="18533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18+ Months / 10,000+ Colleges</a:t>
            </a:r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8680A1F6-92E1-4CC4-D44D-46252EC9134C}"/>
              </a:ext>
            </a:extLst>
          </p:cNvPr>
          <p:cNvSpPr/>
          <p:nvPr/>
        </p:nvSpPr>
        <p:spPr>
          <a:xfrm>
            <a:off x="9645216" y="971975"/>
            <a:ext cx="2524251" cy="1295124"/>
          </a:xfrm>
          <a:prstGeom prst="roundRect">
            <a:avLst/>
          </a:prstGeom>
          <a:solidFill>
            <a:srgbClr val="D4D9CF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732480C-A4D4-CCE0-E580-9887C8C59B8C}"/>
              </a:ext>
            </a:extLst>
          </p:cNvPr>
          <p:cNvSpPr txBox="1"/>
          <p:nvPr/>
        </p:nvSpPr>
        <p:spPr>
          <a:xfrm>
            <a:off x="9622613" y="1001566"/>
            <a:ext cx="25621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from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PG/MBA → UG colleges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 nationwide student network.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recruitment, career opportunities &amp; partnerships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49" name="Arrow: Right 148">
            <a:extLst>
              <a:ext uri="{FF2B5EF4-FFF2-40B4-BE49-F238E27FC236}">
                <a16:creationId xmlns:a16="http://schemas.microsoft.com/office/drawing/2014/main" id="{164CBA2C-EE6C-DFB2-4C6E-454ECC405EAB}"/>
              </a:ext>
            </a:extLst>
          </p:cNvPr>
          <p:cNvSpPr/>
          <p:nvPr/>
        </p:nvSpPr>
        <p:spPr>
          <a:xfrm>
            <a:off x="4200987" y="580536"/>
            <a:ext cx="350396" cy="337776"/>
          </a:xfrm>
          <a:prstGeom prst="rightArrow">
            <a:avLst/>
          </a:prstGeom>
          <a:solidFill>
            <a:srgbClr val="6E421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Arrow: Right 149">
            <a:extLst>
              <a:ext uri="{FF2B5EF4-FFF2-40B4-BE49-F238E27FC236}">
                <a16:creationId xmlns:a16="http://schemas.microsoft.com/office/drawing/2014/main" id="{299B16FA-A40E-8718-643C-5D4C3B1B48AA}"/>
              </a:ext>
            </a:extLst>
          </p:cNvPr>
          <p:cNvSpPr/>
          <p:nvPr/>
        </p:nvSpPr>
        <p:spPr>
          <a:xfrm>
            <a:off x="6844878" y="580536"/>
            <a:ext cx="350396" cy="337776"/>
          </a:xfrm>
          <a:prstGeom prst="rightArrow">
            <a:avLst/>
          </a:prstGeom>
          <a:solidFill>
            <a:srgbClr val="6E421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Arrow: Right 150">
            <a:extLst>
              <a:ext uri="{FF2B5EF4-FFF2-40B4-BE49-F238E27FC236}">
                <a16:creationId xmlns:a16="http://schemas.microsoft.com/office/drawing/2014/main" id="{A2B7F600-B8C8-3918-B53A-412ED856D1F1}"/>
              </a:ext>
            </a:extLst>
          </p:cNvPr>
          <p:cNvSpPr/>
          <p:nvPr/>
        </p:nvSpPr>
        <p:spPr>
          <a:xfrm>
            <a:off x="9472594" y="580536"/>
            <a:ext cx="350396" cy="337776"/>
          </a:xfrm>
          <a:prstGeom prst="rightArrow">
            <a:avLst/>
          </a:prstGeom>
          <a:solidFill>
            <a:srgbClr val="6E421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8" name="Rectangle: Rounded Corners 177">
            <a:extLst>
              <a:ext uri="{FF2B5EF4-FFF2-40B4-BE49-F238E27FC236}">
                <a16:creationId xmlns:a16="http://schemas.microsoft.com/office/drawing/2014/main" id="{F6F6543A-0089-5BDD-74F3-79A928D855FC}"/>
              </a:ext>
            </a:extLst>
          </p:cNvPr>
          <p:cNvSpPr/>
          <p:nvPr/>
        </p:nvSpPr>
        <p:spPr>
          <a:xfrm>
            <a:off x="3823195" y="2830542"/>
            <a:ext cx="2309222" cy="96945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B0881BB-0B9E-C780-1E83-33F7589C9D6D}"/>
              </a:ext>
            </a:extLst>
          </p:cNvPr>
          <p:cNvSpPr txBox="1"/>
          <p:nvPr/>
        </p:nvSpPr>
        <p:spPr>
          <a:xfrm>
            <a:off x="3803385" y="2822093"/>
            <a:ext cx="24503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&amp; affordable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Streamlined admin &amp; faculty coordination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Clubs and committees in one system</a:t>
            </a:r>
          </a:p>
        </p:txBody>
      </p:sp>
      <p:sp>
        <p:nvSpPr>
          <p:cNvPr id="179" name="Arrow: Bent 178">
            <a:extLst>
              <a:ext uri="{FF2B5EF4-FFF2-40B4-BE49-F238E27FC236}">
                <a16:creationId xmlns:a16="http://schemas.microsoft.com/office/drawing/2014/main" id="{C740616D-9919-40D3-3A1C-BB84D2777BA0}"/>
              </a:ext>
            </a:extLst>
          </p:cNvPr>
          <p:cNvSpPr/>
          <p:nvPr/>
        </p:nvSpPr>
        <p:spPr>
          <a:xfrm flipH="1">
            <a:off x="2565741" y="3277688"/>
            <a:ext cx="556247" cy="391839"/>
          </a:xfrm>
          <a:prstGeom prst="bentArrow">
            <a:avLst>
              <a:gd name="adj1" fmla="val 13867"/>
              <a:gd name="adj2" fmla="val 19411"/>
              <a:gd name="adj3" fmla="val 36317"/>
              <a:gd name="adj4" fmla="val 87522"/>
            </a:avLst>
          </a:prstGeom>
          <a:solidFill>
            <a:srgbClr val="6E421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4" name="Arrow: Bent 183">
            <a:extLst>
              <a:ext uri="{FF2B5EF4-FFF2-40B4-BE49-F238E27FC236}">
                <a16:creationId xmlns:a16="http://schemas.microsoft.com/office/drawing/2014/main" id="{CCD3C3AA-9AC3-C1DD-C9DE-80366E13C43E}"/>
              </a:ext>
            </a:extLst>
          </p:cNvPr>
          <p:cNvSpPr/>
          <p:nvPr/>
        </p:nvSpPr>
        <p:spPr>
          <a:xfrm rot="10800000" flipH="1" flipV="1">
            <a:off x="3191513" y="3287027"/>
            <a:ext cx="556247" cy="391839"/>
          </a:xfrm>
          <a:prstGeom prst="bentArrow">
            <a:avLst>
              <a:gd name="adj1" fmla="val 13867"/>
              <a:gd name="adj2" fmla="val 19411"/>
              <a:gd name="adj3" fmla="val 36317"/>
              <a:gd name="adj4" fmla="val 87522"/>
            </a:avLst>
          </a:prstGeom>
          <a:solidFill>
            <a:srgbClr val="6E421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7" name="Arrow: Bent 186">
            <a:extLst>
              <a:ext uri="{FF2B5EF4-FFF2-40B4-BE49-F238E27FC236}">
                <a16:creationId xmlns:a16="http://schemas.microsoft.com/office/drawing/2014/main" id="{44D12E84-33D8-6AD4-CA3B-291B06FB9A4C}"/>
              </a:ext>
            </a:extLst>
          </p:cNvPr>
          <p:cNvSpPr/>
          <p:nvPr/>
        </p:nvSpPr>
        <p:spPr>
          <a:xfrm flipH="1" flipV="1">
            <a:off x="2512282" y="4109486"/>
            <a:ext cx="556247" cy="391839"/>
          </a:xfrm>
          <a:prstGeom prst="bentArrow">
            <a:avLst>
              <a:gd name="adj1" fmla="val 13867"/>
              <a:gd name="adj2" fmla="val 19411"/>
              <a:gd name="adj3" fmla="val 36317"/>
              <a:gd name="adj4" fmla="val 87522"/>
            </a:avLst>
          </a:prstGeom>
          <a:solidFill>
            <a:srgbClr val="6E421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Arrow: Bent 187">
            <a:extLst>
              <a:ext uri="{FF2B5EF4-FFF2-40B4-BE49-F238E27FC236}">
                <a16:creationId xmlns:a16="http://schemas.microsoft.com/office/drawing/2014/main" id="{049B91A6-A8BF-7F45-D050-E274FE5172EA}"/>
              </a:ext>
            </a:extLst>
          </p:cNvPr>
          <p:cNvSpPr/>
          <p:nvPr/>
        </p:nvSpPr>
        <p:spPr>
          <a:xfrm rot="10800000" flipH="1">
            <a:off x="3235459" y="4102035"/>
            <a:ext cx="556247" cy="391839"/>
          </a:xfrm>
          <a:prstGeom prst="bentArrow">
            <a:avLst>
              <a:gd name="adj1" fmla="val 13867"/>
              <a:gd name="adj2" fmla="val 19411"/>
              <a:gd name="adj3" fmla="val 36317"/>
              <a:gd name="adj4" fmla="val 87522"/>
            </a:avLst>
          </a:prstGeom>
          <a:solidFill>
            <a:srgbClr val="6E421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B456F7-35C2-CD10-DDE8-9F10EA7321B9}"/>
              </a:ext>
            </a:extLst>
          </p:cNvPr>
          <p:cNvGrpSpPr/>
          <p:nvPr/>
        </p:nvGrpSpPr>
        <p:grpSpPr>
          <a:xfrm>
            <a:off x="6379869" y="2984858"/>
            <a:ext cx="5731409" cy="3750028"/>
            <a:chOff x="293761" y="1003299"/>
            <a:chExt cx="3396525" cy="2169669"/>
          </a:xfrm>
        </p:grpSpPr>
        <p:pic>
          <p:nvPicPr>
            <p:cNvPr id="12" name="Picture 11" descr="Free vector new modern realistic front view black iphone mockup isolated on white mobile template vector">
              <a:extLst>
                <a:ext uri="{FF2B5EF4-FFF2-40B4-BE49-F238E27FC236}">
                  <a16:creationId xmlns:a16="http://schemas.microsoft.com/office/drawing/2014/main" id="{94E7AB78-F47C-65C2-CED5-E122D107E67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7" t="10383" r="28061" b="10383"/>
            <a:stretch/>
          </p:blipFill>
          <p:spPr bwMode="auto">
            <a:xfrm>
              <a:off x="293761" y="1003299"/>
              <a:ext cx="1247266" cy="21696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12" descr="Free vector new modern realistic front view black iphone mockup isolated on white mobile template vector">
              <a:extLst>
                <a:ext uri="{FF2B5EF4-FFF2-40B4-BE49-F238E27FC236}">
                  <a16:creationId xmlns:a16="http://schemas.microsoft.com/office/drawing/2014/main" id="{4A7FD12F-D6AD-A300-9F4F-5AE7317B25A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53" t="10383" r="30831" b="10383"/>
            <a:stretch/>
          </p:blipFill>
          <p:spPr bwMode="auto">
            <a:xfrm>
              <a:off x="1440124" y="1003299"/>
              <a:ext cx="1143000" cy="21696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503AF8D-5637-DE8D-DB35-0AB98BA8FE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7286" y="1003299"/>
              <a:ext cx="1143000" cy="2149881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5" name="Picture 14" descr="The image displays a live schedule for a lecture on algorithms by Dr. Rajesh, taking place at 10:30 AM - 12:00 PM in Hall 4B, featuring students Sanya Lyer and Kumar, with live message and attendance tracking.&#10;&#10;AI-generated content may be incorrect.">
            <a:extLst>
              <a:ext uri="{FF2B5EF4-FFF2-40B4-BE49-F238E27FC236}">
                <a16:creationId xmlns:a16="http://schemas.microsoft.com/office/drawing/2014/main" id="{8B33634A-6F3D-8BCE-9744-2D98E74490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729" y="3067093"/>
            <a:ext cx="1774999" cy="3602393"/>
          </a:xfrm>
          <a:prstGeom prst="roundRect">
            <a:avLst>
              <a:gd name="adj" fmla="val 13662"/>
            </a:avLst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8E2174C-3B6E-B4B9-1E75-45499FFC311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0312" y="3067093"/>
            <a:ext cx="1753262" cy="3602393"/>
          </a:xfrm>
          <a:prstGeom prst="roundRect">
            <a:avLst>
              <a:gd name="adj" fmla="val 14928"/>
            </a:avLst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7F1F5F8-7069-8273-5900-5F87E8807FEC}"/>
              </a:ext>
            </a:extLst>
          </p:cNvPr>
          <p:cNvSpPr txBox="1"/>
          <p:nvPr/>
        </p:nvSpPr>
        <p:spPr>
          <a:xfrm>
            <a:off x="6827876" y="2697548"/>
            <a:ext cx="9492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0C0320-DF2F-C706-1747-ECB7DE7DF90F}"/>
              </a:ext>
            </a:extLst>
          </p:cNvPr>
          <p:cNvSpPr txBox="1"/>
          <p:nvPr/>
        </p:nvSpPr>
        <p:spPr>
          <a:xfrm>
            <a:off x="8353121" y="2717708"/>
            <a:ext cx="19143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Club &amp; Committee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22F5A76-F8DC-9867-F564-F4AC5D1E8C75}"/>
              </a:ext>
            </a:extLst>
          </p:cNvPr>
          <p:cNvSpPr txBox="1"/>
          <p:nvPr/>
        </p:nvSpPr>
        <p:spPr>
          <a:xfrm>
            <a:off x="10790939" y="2688779"/>
            <a:ext cx="7889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23946EC-35F6-458C-4CDC-FA1E5E5758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23789" y="3056263"/>
            <a:ext cx="1763794" cy="3613224"/>
          </a:xfrm>
          <a:prstGeom prst="roundRect">
            <a:avLst>
              <a:gd name="adj" fmla="val 14770"/>
            </a:avLst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66605DA-145E-A23D-8956-8A3519D08977}"/>
              </a:ext>
            </a:extLst>
          </p:cNvPr>
          <p:cNvSpPr/>
          <p:nvPr/>
        </p:nvSpPr>
        <p:spPr>
          <a:xfrm>
            <a:off x="6451600" y="2343411"/>
            <a:ext cx="5657776" cy="217748"/>
          </a:xfrm>
          <a:prstGeom prst="rect">
            <a:avLst/>
          </a:prstGeom>
          <a:solidFill>
            <a:srgbClr val="DAD7B3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 Interface</a:t>
            </a:r>
            <a:endParaRPr 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3505DC-C909-02C2-25B2-456071A717B5}"/>
              </a:ext>
            </a:extLst>
          </p:cNvPr>
          <p:cNvSpPr txBox="1"/>
          <p:nvPr/>
        </p:nvSpPr>
        <p:spPr>
          <a:xfrm>
            <a:off x="1748436" y="564768"/>
            <a:ext cx="308098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8A791FA-ECD4-D776-6865-BFAF8875C00E}"/>
              </a:ext>
            </a:extLst>
          </p:cNvPr>
          <p:cNvSpPr txBox="1"/>
          <p:nvPr/>
        </p:nvSpPr>
        <p:spPr>
          <a:xfrm>
            <a:off x="4501292" y="554329"/>
            <a:ext cx="308098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36B590-834C-D845-6D7A-0826CF5EA36E}"/>
              </a:ext>
            </a:extLst>
          </p:cNvPr>
          <p:cNvSpPr txBox="1"/>
          <p:nvPr/>
        </p:nvSpPr>
        <p:spPr>
          <a:xfrm>
            <a:off x="7135620" y="564388"/>
            <a:ext cx="308098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9724F05-C3A9-7AD5-BF87-3984D1D608D5}"/>
              </a:ext>
            </a:extLst>
          </p:cNvPr>
          <p:cNvSpPr txBox="1"/>
          <p:nvPr/>
        </p:nvSpPr>
        <p:spPr>
          <a:xfrm>
            <a:off x="9780633" y="554329"/>
            <a:ext cx="308098" cy="36933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390B5AD-2967-B4B3-A0C0-6204C9DD141F}"/>
              </a:ext>
            </a:extLst>
          </p:cNvPr>
          <p:cNvSpPr txBox="1"/>
          <p:nvPr/>
        </p:nvSpPr>
        <p:spPr>
          <a:xfrm>
            <a:off x="811763" y="219793"/>
            <a:ext cx="2120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Connect. Collaborate. Create.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09EEF70-1519-0A09-1A34-BAAC089670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527229"/>
              </p:ext>
            </p:extLst>
          </p:nvPr>
        </p:nvGraphicFramePr>
        <p:xfrm>
          <a:off x="80722" y="5062672"/>
          <a:ext cx="6127038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91719">
                  <a:extLst>
                    <a:ext uri="{9D8B030D-6E8A-4147-A177-3AD203B41FA5}">
                      <a16:colId xmlns:a16="http://schemas.microsoft.com/office/drawing/2014/main" val="3352059231"/>
                    </a:ext>
                  </a:extLst>
                </a:gridCol>
                <a:gridCol w="1241879">
                  <a:extLst>
                    <a:ext uri="{9D8B030D-6E8A-4147-A177-3AD203B41FA5}">
                      <a16:colId xmlns:a16="http://schemas.microsoft.com/office/drawing/2014/main" val="199838899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05883424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01959532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4115504999"/>
                    </a:ext>
                  </a:extLst>
                </a:gridCol>
              </a:tblGrid>
              <a:tr h="2394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2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4629656"/>
                  </a:ext>
                </a:extLst>
              </a:tr>
              <a:tr h="239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S&amp;M spend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₹4.2L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₹9.2L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₹34.5L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₹110.4L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043626"/>
                  </a:ext>
                </a:extLst>
              </a:tr>
              <a:tr h="239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colleges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2388486"/>
                  </a:ext>
                </a:extLst>
              </a:tr>
              <a:tr h="239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CAC/ college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₹15,333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₹10,781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₹10,036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8365872"/>
                  </a:ext>
                </a:extLst>
              </a:tr>
              <a:tr h="239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students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1,28,000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4,40,000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8479407"/>
                  </a:ext>
                </a:extLst>
              </a:tr>
              <a:tr h="2394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CAC/ Student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₹52.5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₹38.3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₹27.0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₹25.1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8701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6386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F3A03-D35D-4918-55E9-A55EFBE48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3086E60D-44D0-AA94-FECA-6045A34C6A86}"/>
              </a:ext>
            </a:extLst>
          </p:cNvPr>
          <p:cNvSpPr/>
          <p:nvPr/>
        </p:nvSpPr>
        <p:spPr>
          <a:xfrm>
            <a:off x="49201" y="811021"/>
            <a:ext cx="12080180" cy="2664217"/>
          </a:xfrm>
          <a:prstGeom prst="roundRect">
            <a:avLst>
              <a:gd name="adj" fmla="val 3303"/>
            </a:avLst>
          </a:prstGeom>
          <a:gradFill>
            <a:gsLst>
              <a:gs pos="0">
                <a:srgbClr val="DAD7B3"/>
              </a:gs>
              <a:gs pos="50000">
                <a:srgbClr val="F3D0BF"/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0800000" scaled="1"/>
          </a:gra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04ED01-718F-452A-3924-99DB9B08DB92}"/>
              </a:ext>
            </a:extLst>
          </p:cNvPr>
          <p:cNvCxnSpPr/>
          <p:nvPr/>
        </p:nvCxnSpPr>
        <p:spPr>
          <a:xfrm>
            <a:off x="0" y="44704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DC7AAF-E274-2206-4DD3-BA54F9838AFC}"/>
              </a:ext>
            </a:extLst>
          </p:cNvPr>
          <p:cNvCxnSpPr/>
          <p:nvPr/>
        </p:nvCxnSpPr>
        <p:spPr>
          <a:xfrm>
            <a:off x="0" y="47752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117E214-05D0-9768-221D-B36B49F365B8}"/>
              </a:ext>
            </a:extLst>
          </p:cNvPr>
          <p:cNvGrpSpPr/>
          <p:nvPr/>
        </p:nvGrpSpPr>
        <p:grpSpPr>
          <a:xfrm>
            <a:off x="0" y="3559501"/>
            <a:ext cx="12192000" cy="45719"/>
            <a:chOff x="10160" y="1503680"/>
            <a:chExt cx="12192000" cy="30480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D73F36-50F0-82A8-821E-1541696F64DD}"/>
                </a:ext>
              </a:extLst>
            </p:cNvPr>
            <p:cNvCxnSpPr/>
            <p:nvPr/>
          </p:nvCxnSpPr>
          <p:spPr>
            <a:xfrm>
              <a:off x="10160" y="1503680"/>
              <a:ext cx="12192000" cy="0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390D2EE-FA0D-29FE-8F50-A608F721E71B}"/>
                </a:ext>
              </a:extLst>
            </p:cNvPr>
            <p:cNvCxnSpPr/>
            <p:nvPr/>
          </p:nvCxnSpPr>
          <p:spPr>
            <a:xfrm>
              <a:off x="10160" y="1534160"/>
              <a:ext cx="12192000" cy="0"/>
            </a:xfrm>
            <a:prstGeom prst="line">
              <a:avLst/>
            </a:prstGeom>
            <a:ln w="19050" cap="flat" cmpd="sng" algn="ctr">
              <a:solidFill>
                <a:schemeClr val="accent4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F476123B-FDE4-4CA8-15BB-0E2FE92A68B4}"/>
              </a:ext>
            </a:extLst>
          </p:cNvPr>
          <p:cNvSpPr txBox="1"/>
          <p:nvPr/>
        </p:nvSpPr>
        <p:spPr>
          <a:xfrm>
            <a:off x="82753" y="55879"/>
            <a:ext cx="88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LYNCUS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3F9668A-D9DB-5BAF-6B29-BB5331D475DD}"/>
              </a:ext>
            </a:extLst>
          </p:cNvPr>
          <p:cNvSpPr txBox="1"/>
          <p:nvPr/>
        </p:nvSpPr>
        <p:spPr>
          <a:xfrm>
            <a:off x="3443894" y="24452"/>
            <a:ext cx="4840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Competitive Advantage &amp; Cost Strategy</a:t>
            </a:r>
          </a:p>
        </p:txBody>
      </p:sp>
      <p:sp>
        <p:nvSpPr>
          <p:cNvPr id="59" name="Text 0">
            <a:extLst>
              <a:ext uri="{FF2B5EF4-FFF2-40B4-BE49-F238E27FC236}">
                <a16:creationId xmlns:a16="http://schemas.microsoft.com/office/drawing/2014/main" id="{22B649E7-1229-537F-CE4F-31A4CDCD490E}"/>
              </a:ext>
            </a:extLst>
          </p:cNvPr>
          <p:cNvSpPr/>
          <p:nvPr/>
        </p:nvSpPr>
        <p:spPr>
          <a:xfrm>
            <a:off x="6613502" y="577446"/>
            <a:ext cx="3122851" cy="2504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2">
            <a:extLst>
              <a:ext uri="{FF2B5EF4-FFF2-40B4-BE49-F238E27FC236}">
                <a16:creationId xmlns:a16="http://schemas.microsoft.com/office/drawing/2014/main" id="{3A0C7BEC-17D3-C0D2-EBBA-DCD37673C6DD}"/>
              </a:ext>
            </a:extLst>
          </p:cNvPr>
          <p:cNvSpPr/>
          <p:nvPr/>
        </p:nvSpPr>
        <p:spPr>
          <a:xfrm>
            <a:off x="4166979" y="886850"/>
            <a:ext cx="3836550" cy="770075"/>
          </a:xfrm>
          <a:prstGeom prst="roundRect">
            <a:avLst>
              <a:gd name="adj" fmla="val 9000"/>
            </a:avLst>
          </a:prstGeom>
          <a:solidFill>
            <a:srgbClr val="F3F2E6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4">
            <a:extLst>
              <a:ext uri="{FF2B5EF4-FFF2-40B4-BE49-F238E27FC236}">
                <a16:creationId xmlns:a16="http://schemas.microsoft.com/office/drawing/2014/main" id="{470E2A72-D91B-FD15-75B5-10F3B45D4EEC}"/>
              </a:ext>
            </a:extLst>
          </p:cNvPr>
          <p:cNvSpPr/>
          <p:nvPr/>
        </p:nvSpPr>
        <p:spPr>
          <a:xfrm>
            <a:off x="4099591" y="813218"/>
            <a:ext cx="3829796" cy="33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Unified Digital Ecosystem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 5">
            <a:extLst>
              <a:ext uri="{FF2B5EF4-FFF2-40B4-BE49-F238E27FC236}">
                <a16:creationId xmlns:a16="http://schemas.microsoft.com/office/drawing/2014/main" id="{DAEC3432-4531-7967-88EF-DC993E0996DD}"/>
              </a:ext>
            </a:extLst>
          </p:cNvPr>
          <p:cNvSpPr/>
          <p:nvPr/>
        </p:nvSpPr>
        <p:spPr>
          <a:xfrm>
            <a:off x="4747061" y="971443"/>
            <a:ext cx="318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Academics, campus services, clubs &amp; communication in one platform.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multiple apps and WhatsApp groups.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14E45147-E8D2-8392-7EBD-4CD3FE59F4BA}"/>
              </a:ext>
            </a:extLst>
          </p:cNvPr>
          <p:cNvGraphicFramePr>
            <a:graphicFrameLocks noGrp="1"/>
          </p:cNvGraphicFramePr>
          <p:nvPr/>
        </p:nvGraphicFramePr>
        <p:xfrm>
          <a:off x="152071" y="944516"/>
          <a:ext cx="3744920" cy="2391808"/>
        </p:xfrm>
        <a:graphic>
          <a:graphicData uri="http://schemas.openxmlformats.org/drawingml/2006/table">
            <a:tbl>
              <a:tblPr>
                <a:tableStyleId>{8FD4443E-F989-4FC4-A0C8-D5A2AF1F390B}</a:tableStyleId>
              </a:tblPr>
              <a:tblGrid>
                <a:gridCol w="1153211">
                  <a:extLst>
                    <a:ext uri="{9D8B030D-6E8A-4147-A177-3AD203B41FA5}">
                      <a16:colId xmlns:a16="http://schemas.microsoft.com/office/drawing/2014/main" val="3108442936"/>
                    </a:ext>
                  </a:extLst>
                </a:gridCol>
                <a:gridCol w="2591709">
                  <a:extLst>
                    <a:ext uri="{9D8B030D-6E8A-4147-A177-3AD203B41FA5}">
                      <a16:colId xmlns:a16="http://schemas.microsoft.com/office/drawing/2014/main" val="2365224572"/>
                    </a:ext>
                  </a:extLst>
                </a:gridCol>
              </a:tblGrid>
              <a:tr h="320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Competitor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 of competition 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175823"/>
                  </a:ext>
                </a:extLst>
              </a:tr>
              <a:tr h="398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provide ERP, LMS, exams, attendance, clubs and campus engagement through one platform.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727191"/>
                  </a:ext>
                </a:extLst>
              </a:tr>
              <a:tr h="56017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help colleges manage academics, campus activities, engagement and analytics digitally.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682875"/>
                  </a:ext>
                </a:extLst>
              </a:tr>
              <a:tr h="7959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provide attendance, timetables, exams, assignments, fees and communication for institutions.</a:t>
                      </a:r>
                    </a:p>
                  </a:txBody>
                  <a:tcPr marL="88803" marR="88803" marT="44401" marB="444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4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087928"/>
                  </a:ext>
                </a:extLst>
              </a:tr>
            </a:tbl>
          </a:graphicData>
        </a:graphic>
      </p:graphicFrame>
      <p:pic>
        <p:nvPicPr>
          <p:cNvPr id="8" name="Picture 7" descr="Poll&#10;&#10;AI-generated content may be incorrect.">
            <a:extLst>
              <a:ext uri="{FF2B5EF4-FFF2-40B4-BE49-F238E27FC236}">
                <a16:creationId xmlns:a16="http://schemas.microsoft.com/office/drawing/2014/main" id="{1E778C31-C35A-EE67-7E88-7586FDAA1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77" y="1204400"/>
            <a:ext cx="840250" cy="440841"/>
          </a:xfrm>
          <a:prstGeom prst="rect">
            <a:avLst/>
          </a:prstGeom>
        </p:spPr>
      </p:pic>
      <p:pic>
        <p:nvPicPr>
          <p:cNvPr id="11" name="Picture 10" descr="DIGI&#10;&#10;AI-generated content may be incorrect.">
            <a:extLst>
              <a:ext uri="{FF2B5EF4-FFF2-40B4-BE49-F238E27FC236}">
                <a16:creationId xmlns:a16="http://schemas.microsoft.com/office/drawing/2014/main" id="{2C8F6CB3-89FC-5E47-1FAB-A5F2B46781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30" y="1806694"/>
            <a:ext cx="533085" cy="53308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85CECB-7151-9E8B-907A-B16022291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79" y="2567558"/>
            <a:ext cx="462895" cy="418929"/>
          </a:xfrm>
          <a:prstGeom prst="rect">
            <a:avLst/>
          </a:prstGeom>
        </p:spPr>
      </p:pic>
      <p:pic>
        <p:nvPicPr>
          <p:cNvPr id="60" name="Picture 59" descr="Ecology icon">
            <a:extLst>
              <a:ext uri="{FF2B5EF4-FFF2-40B4-BE49-F238E27FC236}">
                <a16:creationId xmlns:a16="http://schemas.microsoft.com/office/drawing/2014/main" id="{C1344770-8BB8-D917-BAD3-C8EF0B4EA5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5543" y="987715"/>
            <a:ext cx="529122" cy="529122"/>
          </a:xfrm>
          <a:prstGeom prst="rect">
            <a:avLst/>
          </a:prstGeom>
        </p:spPr>
      </p:pic>
      <p:sp>
        <p:nvSpPr>
          <p:cNvPr id="64" name="Shape 2">
            <a:extLst>
              <a:ext uri="{FF2B5EF4-FFF2-40B4-BE49-F238E27FC236}">
                <a16:creationId xmlns:a16="http://schemas.microsoft.com/office/drawing/2014/main" id="{C86532BB-6C68-1EC8-9C3E-C934919BB54E}"/>
              </a:ext>
            </a:extLst>
          </p:cNvPr>
          <p:cNvSpPr/>
          <p:nvPr/>
        </p:nvSpPr>
        <p:spPr>
          <a:xfrm>
            <a:off x="4173733" y="1712000"/>
            <a:ext cx="3836550" cy="865540"/>
          </a:xfrm>
          <a:prstGeom prst="roundRect">
            <a:avLst>
              <a:gd name="adj" fmla="val 9000"/>
            </a:avLst>
          </a:prstGeom>
          <a:solidFill>
            <a:srgbClr val="F3F2E6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E95F5A48-0413-9EB0-FB03-34258E886765}"/>
              </a:ext>
            </a:extLst>
          </p:cNvPr>
          <p:cNvSpPr/>
          <p:nvPr/>
        </p:nvSpPr>
        <p:spPr>
          <a:xfrm>
            <a:off x="4106345" y="1630129"/>
            <a:ext cx="3836550" cy="33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1B2A33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Student-First Experience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5">
            <a:extLst>
              <a:ext uri="{FF2B5EF4-FFF2-40B4-BE49-F238E27FC236}">
                <a16:creationId xmlns:a16="http://schemas.microsoft.com/office/drawing/2014/main" id="{A8611D0D-A894-A848-E50A-A5C6DE2E3D42}"/>
              </a:ext>
            </a:extLst>
          </p:cNvPr>
          <p:cNvSpPr/>
          <p:nvPr/>
        </p:nvSpPr>
        <p:spPr>
          <a:xfrm>
            <a:off x="4753815" y="1846020"/>
            <a:ext cx="318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around students’ daily needs, routines and opportunities.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Simpler and more intuitive than traditional ERP/LMS systems.</a:t>
            </a:r>
          </a:p>
        </p:txBody>
      </p:sp>
      <p:pic>
        <p:nvPicPr>
          <p:cNvPr id="74" name="Picture 73" descr="Outstanding icon">
            <a:extLst>
              <a:ext uri="{FF2B5EF4-FFF2-40B4-BE49-F238E27FC236}">
                <a16:creationId xmlns:a16="http://schemas.microsoft.com/office/drawing/2014/main" id="{BD54CC60-3B0A-999E-771B-DA4C87C6C3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49553" y="1917840"/>
            <a:ext cx="477215" cy="477215"/>
          </a:xfrm>
          <a:prstGeom prst="rect">
            <a:avLst/>
          </a:prstGeom>
        </p:spPr>
      </p:pic>
      <p:sp>
        <p:nvSpPr>
          <p:cNvPr id="76" name="Shape 2">
            <a:extLst>
              <a:ext uri="{FF2B5EF4-FFF2-40B4-BE49-F238E27FC236}">
                <a16:creationId xmlns:a16="http://schemas.microsoft.com/office/drawing/2014/main" id="{520BB10F-38BE-1013-31CD-648CF2F00868}"/>
              </a:ext>
            </a:extLst>
          </p:cNvPr>
          <p:cNvSpPr/>
          <p:nvPr/>
        </p:nvSpPr>
        <p:spPr>
          <a:xfrm>
            <a:off x="4173733" y="2623551"/>
            <a:ext cx="3836550" cy="741973"/>
          </a:xfrm>
          <a:prstGeom prst="roundRect">
            <a:avLst>
              <a:gd name="adj" fmla="val 9000"/>
            </a:avLst>
          </a:prstGeom>
          <a:solidFill>
            <a:srgbClr val="F3F2E6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 4">
            <a:extLst>
              <a:ext uri="{FF2B5EF4-FFF2-40B4-BE49-F238E27FC236}">
                <a16:creationId xmlns:a16="http://schemas.microsoft.com/office/drawing/2014/main" id="{16CBCA81-C7BD-C71C-28DF-18C41ABC006E}"/>
              </a:ext>
            </a:extLst>
          </p:cNvPr>
          <p:cNvSpPr/>
          <p:nvPr/>
        </p:nvSpPr>
        <p:spPr>
          <a:xfrm>
            <a:off x="4106345" y="2541676"/>
            <a:ext cx="3836550" cy="33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Integrates, Not Replaces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 5">
            <a:extLst>
              <a:ext uri="{FF2B5EF4-FFF2-40B4-BE49-F238E27FC236}">
                <a16:creationId xmlns:a16="http://schemas.microsoft.com/office/drawing/2014/main" id="{7FAC1422-C149-F578-0C0F-BE2F8DDA0CAF}"/>
              </a:ext>
            </a:extLst>
          </p:cNvPr>
          <p:cNvSpPr/>
          <p:nvPr/>
        </p:nvSpPr>
        <p:spPr>
          <a:xfrm>
            <a:off x="4753814" y="2708146"/>
            <a:ext cx="327316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alongside existing ERP and LMS systems.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implementation with minimal switching costs.</a:t>
            </a:r>
          </a:p>
        </p:txBody>
      </p:sp>
      <p:pic>
        <p:nvPicPr>
          <p:cNvPr id="84" name="Picture 83" descr="Interchangeability icon">
            <a:extLst>
              <a:ext uri="{FF2B5EF4-FFF2-40B4-BE49-F238E27FC236}">
                <a16:creationId xmlns:a16="http://schemas.microsoft.com/office/drawing/2014/main" id="{BDFCB861-D233-8DC4-5212-D674C89BD4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3486" y="2741822"/>
            <a:ext cx="538616" cy="538616"/>
          </a:xfrm>
          <a:prstGeom prst="rect">
            <a:avLst/>
          </a:prstGeom>
        </p:spPr>
      </p:pic>
      <p:sp>
        <p:nvSpPr>
          <p:cNvPr id="86" name="Shape 2">
            <a:extLst>
              <a:ext uri="{FF2B5EF4-FFF2-40B4-BE49-F238E27FC236}">
                <a16:creationId xmlns:a16="http://schemas.microsoft.com/office/drawing/2014/main" id="{6238A360-F71B-8BFC-466E-223E9CA0E560}"/>
              </a:ext>
            </a:extLst>
          </p:cNvPr>
          <p:cNvSpPr/>
          <p:nvPr/>
        </p:nvSpPr>
        <p:spPr>
          <a:xfrm>
            <a:off x="8174928" y="886850"/>
            <a:ext cx="3836550" cy="758391"/>
          </a:xfrm>
          <a:prstGeom prst="roundRect">
            <a:avLst>
              <a:gd name="adj" fmla="val 9000"/>
            </a:avLst>
          </a:prstGeom>
          <a:solidFill>
            <a:srgbClr val="F3F2E6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 4">
            <a:extLst>
              <a:ext uri="{FF2B5EF4-FFF2-40B4-BE49-F238E27FC236}">
                <a16:creationId xmlns:a16="http://schemas.microsoft.com/office/drawing/2014/main" id="{89D4DA16-8ADC-A3EF-300A-B08E089D5570}"/>
              </a:ext>
            </a:extLst>
          </p:cNvPr>
          <p:cNvSpPr/>
          <p:nvPr/>
        </p:nvSpPr>
        <p:spPr>
          <a:xfrm>
            <a:off x="8181682" y="813218"/>
            <a:ext cx="3829796" cy="33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Connected Campus Network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 5">
            <a:extLst>
              <a:ext uri="{FF2B5EF4-FFF2-40B4-BE49-F238E27FC236}">
                <a16:creationId xmlns:a16="http://schemas.microsoft.com/office/drawing/2014/main" id="{874D010B-44BF-6438-13DB-96499A8946C4}"/>
              </a:ext>
            </a:extLst>
          </p:cNvPr>
          <p:cNvSpPr/>
          <p:nvPr/>
        </p:nvSpPr>
        <p:spPr>
          <a:xfrm>
            <a:off x="8829152" y="971443"/>
            <a:ext cx="318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students beyond their own campus.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access to inter-college events, competitions, internships &amp; jobs.</a:t>
            </a:r>
          </a:p>
        </p:txBody>
      </p:sp>
      <p:sp>
        <p:nvSpPr>
          <p:cNvPr id="96" name="Shape 2">
            <a:extLst>
              <a:ext uri="{FF2B5EF4-FFF2-40B4-BE49-F238E27FC236}">
                <a16:creationId xmlns:a16="http://schemas.microsoft.com/office/drawing/2014/main" id="{A2FD49C9-D74C-44C7-F677-BDA3E0B70CD0}"/>
              </a:ext>
            </a:extLst>
          </p:cNvPr>
          <p:cNvSpPr/>
          <p:nvPr/>
        </p:nvSpPr>
        <p:spPr>
          <a:xfrm>
            <a:off x="8161760" y="1711609"/>
            <a:ext cx="3836550" cy="841634"/>
          </a:xfrm>
          <a:prstGeom prst="roundRect">
            <a:avLst>
              <a:gd name="adj" fmla="val 9000"/>
            </a:avLst>
          </a:prstGeom>
          <a:solidFill>
            <a:srgbClr val="F3F2E6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 4">
            <a:extLst>
              <a:ext uri="{FF2B5EF4-FFF2-40B4-BE49-F238E27FC236}">
                <a16:creationId xmlns:a16="http://schemas.microsoft.com/office/drawing/2014/main" id="{0EA0F3AC-A134-449D-5927-1C942730599C}"/>
              </a:ext>
            </a:extLst>
          </p:cNvPr>
          <p:cNvSpPr/>
          <p:nvPr/>
        </p:nvSpPr>
        <p:spPr>
          <a:xfrm>
            <a:off x="8181682" y="1611918"/>
            <a:ext cx="3836550" cy="33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Management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 5">
            <a:extLst>
              <a:ext uri="{FF2B5EF4-FFF2-40B4-BE49-F238E27FC236}">
                <a16:creationId xmlns:a16="http://schemas.microsoft.com/office/drawing/2014/main" id="{E57D59D0-4802-6697-BBC3-536A8D4CB468}"/>
              </a:ext>
            </a:extLst>
          </p:cNvPr>
          <p:cNvSpPr/>
          <p:nvPr/>
        </p:nvSpPr>
        <p:spPr>
          <a:xfrm>
            <a:off x="8844927" y="1843930"/>
            <a:ext cx="318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Clubs and committees manage their sections independently.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real-time updates with less admin involvement.</a:t>
            </a:r>
          </a:p>
        </p:txBody>
      </p:sp>
      <p:sp>
        <p:nvSpPr>
          <p:cNvPr id="104" name="Shape 2">
            <a:extLst>
              <a:ext uri="{FF2B5EF4-FFF2-40B4-BE49-F238E27FC236}">
                <a16:creationId xmlns:a16="http://schemas.microsoft.com/office/drawing/2014/main" id="{6A6CA10B-8246-0EDA-0402-BA2A67975AA4}"/>
              </a:ext>
            </a:extLst>
          </p:cNvPr>
          <p:cNvSpPr/>
          <p:nvPr/>
        </p:nvSpPr>
        <p:spPr>
          <a:xfrm>
            <a:off x="8181682" y="2615313"/>
            <a:ext cx="3836550" cy="731520"/>
          </a:xfrm>
          <a:prstGeom prst="roundRect">
            <a:avLst>
              <a:gd name="adj" fmla="val 9000"/>
            </a:avLst>
          </a:prstGeom>
          <a:solidFill>
            <a:srgbClr val="F3F2E6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 4">
            <a:extLst>
              <a:ext uri="{FF2B5EF4-FFF2-40B4-BE49-F238E27FC236}">
                <a16:creationId xmlns:a16="http://schemas.microsoft.com/office/drawing/2014/main" id="{00AB00AE-72E4-8330-47E7-E15247DEA7A2}"/>
              </a:ext>
            </a:extLst>
          </p:cNvPr>
          <p:cNvSpPr/>
          <p:nvPr/>
        </p:nvSpPr>
        <p:spPr>
          <a:xfrm>
            <a:off x="8188436" y="2525200"/>
            <a:ext cx="3836550" cy="3347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SaaS Platform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 5">
            <a:extLst>
              <a:ext uri="{FF2B5EF4-FFF2-40B4-BE49-F238E27FC236}">
                <a16:creationId xmlns:a16="http://schemas.microsoft.com/office/drawing/2014/main" id="{6863EE0E-5AD7-4443-8CC9-28DAEA199292}"/>
              </a:ext>
            </a:extLst>
          </p:cNvPr>
          <p:cNvSpPr/>
          <p:nvPr/>
        </p:nvSpPr>
        <p:spPr>
          <a:xfrm>
            <a:off x="8835906" y="2699908"/>
            <a:ext cx="318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 adopt only the features they need.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Easily scales across students, colleges and new features.</a:t>
            </a:r>
          </a:p>
        </p:txBody>
      </p:sp>
      <p:pic>
        <p:nvPicPr>
          <p:cNvPr id="112" name="Picture 111" descr="Online education icon">
            <a:extLst>
              <a:ext uri="{FF2B5EF4-FFF2-40B4-BE49-F238E27FC236}">
                <a16:creationId xmlns:a16="http://schemas.microsoft.com/office/drawing/2014/main" id="{12D69838-854D-481B-1927-AEB64BECB8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4849" y="1000310"/>
            <a:ext cx="522757" cy="522757"/>
          </a:xfrm>
          <a:prstGeom prst="rect">
            <a:avLst/>
          </a:prstGeom>
        </p:spPr>
      </p:pic>
      <p:pic>
        <p:nvPicPr>
          <p:cNvPr id="114" name="Picture 113" descr="Database management icon">
            <a:extLst>
              <a:ext uri="{FF2B5EF4-FFF2-40B4-BE49-F238E27FC236}">
                <a16:creationId xmlns:a16="http://schemas.microsoft.com/office/drawing/2014/main" id="{7A98816E-FBA6-FF2B-CD5B-470810E733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148" y="1942325"/>
            <a:ext cx="568048" cy="568048"/>
          </a:xfrm>
          <a:prstGeom prst="rect">
            <a:avLst/>
          </a:prstGeom>
        </p:spPr>
      </p:pic>
      <p:pic>
        <p:nvPicPr>
          <p:cNvPr id="115" name="Picture 114" descr="Cloud computing icon">
            <a:extLst>
              <a:ext uri="{FF2B5EF4-FFF2-40B4-BE49-F238E27FC236}">
                <a16:creationId xmlns:a16="http://schemas.microsoft.com/office/drawing/2014/main" id="{DDE4BEAC-2337-5FAA-E0C0-BD79A818CE1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47944" y="2719963"/>
            <a:ext cx="528454" cy="528454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4855FEF4-E680-2834-57CE-0A156F6DC727}"/>
              </a:ext>
            </a:extLst>
          </p:cNvPr>
          <p:cNvCxnSpPr>
            <a:cxnSpLocks/>
          </p:cNvCxnSpPr>
          <p:nvPr/>
        </p:nvCxnSpPr>
        <p:spPr>
          <a:xfrm>
            <a:off x="4022256" y="827932"/>
            <a:ext cx="0" cy="264082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54" name="Rectangle 153">
            <a:extLst>
              <a:ext uri="{FF2B5EF4-FFF2-40B4-BE49-F238E27FC236}">
                <a16:creationId xmlns:a16="http://schemas.microsoft.com/office/drawing/2014/main" id="{C65A525D-BAF7-AE76-7208-54281BA76F05}"/>
              </a:ext>
            </a:extLst>
          </p:cNvPr>
          <p:cNvSpPr/>
          <p:nvPr/>
        </p:nvSpPr>
        <p:spPr>
          <a:xfrm>
            <a:off x="6586845" y="534750"/>
            <a:ext cx="3577910" cy="223391"/>
          </a:xfrm>
          <a:prstGeom prst="rect">
            <a:avLst/>
          </a:prstGeom>
          <a:solidFill>
            <a:srgbClr val="DAD7B3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COMPETITIVE ADVANTAGE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B3C65C0D-9416-86ED-A267-0DFEEAE16991}"/>
              </a:ext>
            </a:extLst>
          </p:cNvPr>
          <p:cNvSpPr/>
          <p:nvPr/>
        </p:nvSpPr>
        <p:spPr>
          <a:xfrm>
            <a:off x="220428" y="525868"/>
            <a:ext cx="3508674" cy="226768"/>
          </a:xfrm>
          <a:prstGeom prst="rect">
            <a:avLst/>
          </a:prstGeom>
          <a:solidFill>
            <a:srgbClr val="DAD7B3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COMPETITORS ANALYSIS</a:t>
            </a:r>
          </a:p>
        </p:txBody>
      </p: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B0E6A497-C8FE-511C-215C-68351CE5CBF7}"/>
              </a:ext>
            </a:extLst>
          </p:cNvPr>
          <p:cNvCxnSpPr>
            <a:cxnSpLocks/>
          </p:cNvCxnSpPr>
          <p:nvPr/>
        </p:nvCxnSpPr>
        <p:spPr>
          <a:xfrm>
            <a:off x="4063241" y="827932"/>
            <a:ext cx="0" cy="2640824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0458489-9C81-5534-66B0-B56D5724BA5D}"/>
              </a:ext>
            </a:extLst>
          </p:cNvPr>
          <p:cNvSpPr txBox="1"/>
          <p:nvPr/>
        </p:nvSpPr>
        <p:spPr>
          <a:xfrm>
            <a:off x="811763" y="219793"/>
            <a:ext cx="2120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Connect. Collaborate. Create.</a:t>
            </a:r>
          </a:p>
        </p:txBody>
      </p:sp>
      <p:pic>
        <p:nvPicPr>
          <p:cNvPr id="9" name="Picture 8" descr="Akanksha: A Business Plan / competitions">
            <a:extLst>
              <a:ext uri="{FF2B5EF4-FFF2-40B4-BE49-F238E27FC236}">
                <a16:creationId xmlns:a16="http://schemas.microsoft.com/office/drawing/2014/main" id="{AD37406B-AD72-8942-D931-E41D10382AB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35848" b="34952"/>
          <a:stretch>
            <a:fillRect/>
          </a:stretch>
        </p:blipFill>
        <p:spPr>
          <a:xfrm>
            <a:off x="11165560" y="68096"/>
            <a:ext cx="1026440" cy="299720"/>
          </a:xfrm>
          <a:prstGeom prst="rect">
            <a:avLst/>
          </a:prstGeom>
        </p:spPr>
      </p:pic>
      <p:pic>
        <p:nvPicPr>
          <p:cNvPr id="14" name="Picture 13" descr="National Institute of Agricultural Extension Management (MANAGE), Hyderabad">
            <a:extLst>
              <a:ext uri="{FF2B5EF4-FFF2-40B4-BE49-F238E27FC236}">
                <a16:creationId xmlns:a16="http://schemas.microsoft.com/office/drawing/2014/main" id="{A02954B1-C7BD-615D-4897-213E3DDD356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92730" y="78766"/>
            <a:ext cx="372830" cy="2783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F9FD1FF-F36E-39E9-AEE6-21648B7524D7}"/>
              </a:ext>
            </a:extLst>
          </p:cNvPr>
          <p:cNvSpPr txBox="1"/>
          <p:nvPr/>
        </p:nvSpPr>
        <p:spPr>
          <a:xfrm>
            <a:off x="152071" y="1538351"/>
            <a:ext cx="1161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CollPoll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FEF064-14E0-58CC-DB7F-93264DB9EB0D}"/>
              </a:ext>
            </a:extLst>
          </p:cNvPr>
          <p:cNvSpPr txBox="1"/>
          <p:nvPr/>
        </p:nvSpPr>
        <p:spPr>
          <a:xfrm>
            <a:off x="161364" y="2957803"/>
            <a:ext cx="1161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Campus.uno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ABABDA-C572-4262-98BB-91936AF975C0}"/>
              </a:ext>
            </a:extLst>
          </p:cNvPr>
          <p:cNvSpPr txBox="1"/>
          <p:nvPr/>
        </p:nvSpPr>
        <p:spPr>
          <a:xfrm>
            <a:off x="164506" y="2192755"/>
            <a:ext cx="11611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Digiicampus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B81924D-DA16-A01F-3AFE-56690755A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5509254"/>
              </p:ext>
            </p:extLst>
          </p:nvPr>
        </p:nvGraphicFramePr>
        <p:xfrm>
          <a:off x="6234182" y="3910972"/>
          <a:ext cx="5790803" cy="2865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4398">
                  <a:extLst>
                    <a:ext uri="{9D8B030D-6E8A-4147-A177-3AD203B41FA5}">
                      <a16:colId xmlns:a16="http://schemas.microsoft.com/office/drawing/2014/main" val="925761175"/>
                    </a:ext>
                  </a:extLst>
                </a:gridCol>
                <a:gridCol w="824428">
                  <a:extLst>
                    <a:ext uri="{9D8B030D-6E8A-4147-A177-3AD203B41FA5}">
                      <a16:colId xmlns:a16="http://schemas.microsoft.com/office/drawing/2014/main" val="971794243"/>
                    </a:ext>
                  </a:extLst>
                </a:gridCol>
                <a:gridCol w="893130">
                  <a:extLst>
                    <a:ext uri="{9D8B030D-6E8A-4147-A177-3AD203B41FA5}">
                      <a16:colId xmlns:a16="http://schemas.microsoft.com/office/drawing/2014/main" val="3451389770"/>
                    </a:ext>
                  </a:extLst>
                </a:gridCol>
                <a:gridCol w="1158125">
                  <a:extLst>
                    <a:ext uri="{9D8B030D-6E8A-4147-A177-3AD203B41FA5}">
                      <a16:colId xmlns:a16="http://schemas.microsoft.com/office/drawing/2014/main" val="4007896653"/>
                    </a:ext>
                  </a:extLst>
                </a:gridCol>
                <a:gridCol w="1020722">
                  <a:extLst>
                    <a:ext uri="{9D8B030D-6E8A-4147-A177-3AD203B41FA5}">
                      <a16:colId xmlns:a16="http://schemas.microsoft.com/office/drawing/2014/main" val="3093348599"/>
                    </a:ext>
                  </a:extLst>
                </a:gridCol>
              </a:tblGrid>
              <a:tr h="296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401086"/>
                  </a:ext>
                </a:extLst>
              </a:tr>
              <a:tr h="296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Onboarded Colleges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5111230"/>
                  </a:ext>
                </a:extLst>
              </a:tr>
              <a:tr h="296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Active Students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1,60,000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864973"/>
                  </a:ext>
                </a:extLst>
              </a:tr>
              <a:tr h="296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Projected 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₹17.8 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₹71.2 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₹3.56 Cr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₹13.35 Cr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6021387"/>
                  </a:ext>
                </a:extLst>
              </a:tr>
              <a:tr h="296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₹42 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₹92 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₹2.30 Cr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₹9.20 Cr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4420340"/>
                  </a:ext>
                </a:extLst>
              </a:tr>
              <a:tr h="296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 Profit / (Loss)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(₹24.2 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(₹20.8 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+₹1.26 Cr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+₹4.15 Cr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7935592"/>
                  </a:ext>
                </a:extLst>
              </a:tr>
              <a:tr h="296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 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-136%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504997"/>
                  </a:ext>
                </a:extLst>
              </a:tr>
              <a:tr h="2964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Cumulative Cash 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(₹24.2 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(₹45.0 L)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+₹81 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+₹4.96 Cr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668925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E68166F-EB33-9ADE-AA24-8ECCFA0C67BA}"/>
              </a:ext>
            </a:extLst>
          </p:cNvPr>
          <p:cNvSpPr/>
          <p:nvPr/>
        </p:nvSpPr>
        <p:spPr>
          <a:xfrm>
            <a:off x="82753" y="6178787"/>
            <a:ext cx="1965122" cy="564776"/>
          </a:xfrm>
          <a:prstGeom prst="roundRect">
            <a:avLst>
              <a:gd name="adj" fmla="val 29320"/>
            </a:avLst>
          </a:prstGeom>
          <a:solidFill>
            <a:srgbClr val="E7E4C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A659C7-F2A7-37DB-FDB8-665B0BA9EA0D}"/>
              </a:ext>
            </a:extLst>
          </p:cNvPr>
          <p:cNvSpPr/>
          <p:nvPr/>
        </p:nvSpPr>
        <p:spPr>
          <a:xfrm>
            <a:off x="2149224" y="6173319"/>
            <a:ext cx="1965122" cy="570244"/>
          </a:xfrm>
          <a:prstGeom prst="roundRect">
            <a:avLst>
              <a:gd name="adj" fmla="val 29320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CFD8FE-40AA-6534-EE8B-DF87E5A9910D}"/>
              </a:ext>
            </a:extLst>
          </p:cNvPr>
          <p:cNvSpPr/>
          <p:nvPr/>
        </p:nvSpPr>
        <p:spPr>
          <a:xfrm>
            <a:off x="4215407" y="6178787"/>
            <a:ext cx="1965122" cy="564776"/>
          </a:xfrm>
          <a:prstGeom prst="roundRect">
            <a:avLst>
              <a:gd name="adj" fmla="val 29320"/>
            </a:avLst>
          </a:prstGeom>
          <a:solidFill>
            <a:srgbClr val="E7E4C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285E055-EB24-CF35-84B4-CE2CA5EF5BA2}"/>
              </a:ext>
            </a:extLst>
          </p:cNvPr>
          <p:cNvSpPr/>
          <p:nvPr/>
        </p:nvSpPr>
        <p:spPr>
          <a:xfrm>
            <a:off x="82753" y="5557061"/>
            <a:ext cx="1965122" cy="564776"/>
          </a:xfrm>
          <a:prstGeom prst="roundRect">
            <a:avLst>
              <a:gd name="adj" fmla="val 29320"/>
            </a:avLst>
          </a:prstGeom>
          <a:solidFill>
            <a:srgbClr val="E7E4C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20BF5C5-58A9-6A0E-5FD9-CF9F77F30861}"/>
              </a:ext>
            </a:extLst>
          </p:cNvPr>
          <p:cNvSpPr/>
          <p:nvPr/>
        </p:nvSpPr>
        <p:spPr>
          <a:xfrm>
            <a:off x="2149224" y="5551593"/>
            <a:ext cx="1965122" cy="570244"/>
          </a:xfrm>
          <a:prstGeom prst="roundRect">
            <a:avLst>
              <a:gd name="adj" fmla="val 29320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24E693A-A3CF-E70A-7E08-03C34139B9A8}"/>
              </a:ext>
            </a:extLst>
          </p:cNvPr>
          <p:cNvSpPr/>
          <p:nvPr/>
        </p:nvSpPr>
        <p:spPr>
          <a:xfrm>
            <a:off x="4215407" y="5557061"/>
            <a:ext cx="1965122" cy="564776"/>
          </a:xfrm>
          <a:prstGeom prst="roundRect">
            <a:avLst>
              <a:gd name="adj" fmla="val 29320"/>
            </a:avLst>
          </a:prstGeom>
          <a:solidFill>
            <a:srgbClr val="E7E4C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EC2BD3B-622D-550A-F1CF-150D7AF95F36}"/>
              </a:ext>
            </a:extLst>
          </p:cNvPr>
          <p:cNvSpPr/>
          <p:nvPr/>
        </p:nvSpPr>
        <p:spPr>
          <a:xfrm>
            <a:off x="82753" y="4928873"/>
            <a:ext cx="1965122" cy="564776"/>
          </a:xfrm>
          <a:prstGeom prst="roundRect">
            <a:avLst>
              <a:gd name="adj" fmla="val 29320"/>
            </a:avLst>
          </a:prstGeom>
          <a:solidFill>
            <a:srgbClr val="E7E4C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89C929E-2ECD-D187-5CCE-F2A6660F9E30}"/>
              </a:ext>
            </a:extLst>
          </p:cNvPr>
          <p:cNvSpPr/>
          <p:nvPr/>
        </p:nvSpPr>
        <p:spPr>
          <a:xfrm>
            <a:off x="2149224" y="4923405"/>
            <a:ext cx="1965122" cy="570244"/>
          </a:xfrm>
          <a:prstGeom prst="roundRect">
            <a:avLst>
              <a:gd name="adj" fmla="val 29320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8EA81A8-11DE-1914-FC3D-56004A2285E6}"/>
              </a:ext>
            </a:extLst>
          </p:cNvPr>
          <p:cNvSpPr/>
          <p:nvPr/>
        </p:nvSpPr>
        <p:spPr>
          <a:xfrm>
            <a:off x="4215407" y="4928873"/>
            <a:ext cx="1965122" cy="564776"/>
          </a:xfrm>
          <a:prstGeom prst="roundRect">
            <a:avLst>
              <a:gd name="adj" fmla="val 29320"/>
            </a:avLst>
          </a:prstGeom>
          <a:solidFill>
            <a:srgbClr val="E7E4C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7199213-0703-6D01-A3A1-F737CD987739}"/>
              </a:ext>
            </a:extLst>
          </p:cNvPr>
          <p:cNvSpPr/>
          <p:nvPr/>
        </p:nvSpPr>
        <p:spPr>
          <a:xfrm>
            <a:off x="1572150" y="3657164"/>
            <a:ext cx="3073678" cy="210853"/>
          </a:xfrm>
          <a:prstGeom prst="roundRect">
            <a:avLst>
              <a:gd name="adj" fmla="val 50000"/>
            </a:avLst>
          </a:prstGeom>
          <a:solidFill>
            <a:srgbClr val="DAD7B3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REVENUE STREAMS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1D166C5-FB9D-CE1C-90DD-1B8133FE8D3A}"/>
              </a:ext>
            </a:extLst>
          </p:cNvPr>
          <p:cNvSpPr/>
          <p:nvPr/>
        </p:nvSpPr>
        <p:spPr>
          <a:xfrm>
            <a:off x="381523" y="4006952"/>
            <a:ext cx="1508576" cy="232585"/>
          </a:xfrm>
          <a:prstGeom prst="roundRect">
            <a:avLst>
              <a:gd name="adj" fmla="val 29320"/>
            </a:avLst>
          </a:prstGeom>
          <a:solidFill>
            <a:srgbClr val="F5DDD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57D17B3-1D62-658F-B5C5-BDFA4B67896B}"/>
              </a:ext>
            </a:extLst>
          </p:cNvPr>
          <p:cNvSpPr/>
          <p:nvPr/>
        </p:nvSpPr>
        <p:spPr>
          <a:xfrm>
            <a:off x="2372892" y="4006953"/>
            <a:ext cx="1508576" cy="236123"/>
          </a:xfrm>
          <a:prstGeom prst="roundRect">
            <a:avLst>
              <a:gd name="adj" fmla="val 29320"/>
            </a:avLst>
          </a:prstGeom>
          <a:solidFill>
            <a:srgbClr val="F5DDD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BFD7387-5B31-ED10-04CE-4294F65122ED}"/>
              </a:ext>
            </a:extLst>
          </p:cNvPr>
          <p:cNvSpPr/>
          <p:nvPr/>
        </p:nvSpPr>
        <p:spPr>
          <a:xfrm>
            <a:off x="4365897" y="4001444"/>
            <a:ext cx="1508576" cy="241632"/>
          </a:xfrm>
          <a:prstGeom prst="roundRect">
            <a:avLst>
              <a:gd name="adj" fmla="val 29320"/>
            </a:avLst>
          </a:prstGeom>
          <a:solidFill>
            <a:srgbClr val="F5DDD2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45008919-E3E4-1C8C-A878-5F5613B2B03B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rot="5400000">
            <a:off x="2052933" y="2950895"/>
            <a:ext cx="138935" cy="197317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2542E157-6D38-FF5D-C9CC-2BAEFDAE40E7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 rot="16200000" flipH="1">
            <a:off x="4047874" y="2929132"/>
            <a:ext cx="133427" cy="201119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A2F6C668-54E4-47C5-9E12-1518546FADCB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rot="16200000" flipH="1">
            <a:off x="3048616" y="3928389"/>
            <a:ext cx="138936" cy="1819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6B11AF3-8991-7A2A-11AA-E6A49713E72C}"/>
              </a:ext>
            </a:extLst>
          </p:cNvPr>
          <p:cNvSpPr txBox="1"/>
          <p:nvPr/>
        </p:nvSpPr>
        <p:spPr>
          <a:xfrm>
            <a:off x="923616" y="3960576"/>
            <a:ext cx="8146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</a:p>
        </p:txBody>
      </p:sp>
      <p:pic>
        <p:nvPicPr>
          <p:cNvPr id="33" name="Picture 32" descr="School icon">
            <a:extLst>
              <a:ext uri="{FF2B5EF4-FFF2-40B4-BE49-F238E27FC236}">
                <a16:creationId xmlns:a16="http://schemas.microsoft.com/office/drawing/2014/main" id="{CCAF936A-6980-A59D-3180-BE7E8542C4D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9120" y="4025723"/>
            <a:ext cx="192660" cy="19266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2074130F-286C-035D-E34B-EA4992B1022B}"/>
              </a:ext>
            </a:extLst>
          </p:cNvPr>
          <p:cNvSpPr txBox="1"/>
          <p:nvPr/>
        </p:nvSpPr>
        <p:spPr>
          <a:xfrm>
            <a:off x="2683043" y="3962468"/>
            <a:ext cx="11336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</a:p>
        </p:txBody>
      </p:sp>
      <p:pic>
        <p:nvPicPr>
          <p:cNvPr id="35" name="Picture 34" descr="Students icon">
            <a:extLst>
              <a:ext uri="{FF2B5EF4-FFF2-40B4-BE49-F238E27FC236}">
                <a16:creationId xmlns:a16="http://schemas.microsoft.com/office/drawing/2014/main" id="{385DC639-704A-F7D0-1437-B7CF37FFE15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15812" y="4022564"/>
            <a:ext cx="204899" cy="20489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D7A4048-CCD9-DFC8-FE71-50AFD1594638}"/>
              </a:ext>
            </a:extLst>
          </p:cNvPr>
          <p:cNvSpPr txBox="1"/>
          <p:nvPr/>
        </p:nvSpPr>
        <p:spPr>
          <a:xfrm>
            <a:off x="4660923" y="3963742"/>
            <a:ext cx="12586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REVENUE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8124994-BAC2-6DC8-6C19-96843A2E87EB}"/>
              </a:ext>
            </a:extLst>
          </p:cNvPr>
          <p:cNvSpPr/>
          <p:nvPr/>
        </p:nvSpPr>
        <p:spPr>
          <a:xfrm>
            <a:off x="82753" y="4292196"/>
            <a:ext cx="1965122" cy="596948"/>
          </a:xfrm>
          <a:prstGeom prst="roundRect">
            <a:avLst>
              <a:gd name="adj" fmla="val 29320"/>
            </a:avLst>
          </a:prstGeom>
          <a:solidFill>
            <a:srgbClr val="E7E4C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AA6061-D84D-D7D2-9089-0356A12E5B1D}"/>
              </a:ext>
            </a:extLst>
          </p:cNvPr>
          <p:cNvSpPr txBox="1"/>
          <p:nvPr/>
        </p:nvSpPr>
        <p:spPr>
          <a:xfrm>
            <a:off x="556260" y="4264425"/>
            <a:ext cx="1566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Tests</a:t>
            </a:r>
          </a:p>
          <a:p>
            <a:pPr lvl="0"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and auto-grade quizzes and tests.</a:t>
            </a:r>
          </a:p>
        </p:txBody>
      </p:sp>
      <p:pic>
        <p:nvPicPr>
          <p:cNvPr id="43" name="Picture 42" descr="Score icon">
            <a:extLst>
              <a:ext uri="{FF2B5EF4-FFF2-40B4-BE49-F238E27FC236}">
                <a16:creationId xmlns:a16="http://schemas.microsoft.com/office/drawing/2014/main" id="{73A4472D-9CF2-4419-7BB5-9E65DE365BC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1449" y="4432068"/>
            <a:ext cx="413653" cy="413653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1F7FCFB0-12D0-2DB5-B3AE-24F51783DE5A}"/>
              </a:ext>
            </a:extLst>
          </p:cNvPr>
          <p:cNvSpPr txBox="1"/>
          <p:nvPr/>
        </p:nvSpPr>
        <p:spPr>
          <a:xfrm>
            <a:off x="381523" y="4881518"/>
            <a:ext cx="165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Adv. Attendance</a:t>
            </a:r>
          </a:p>
          <a:p>
            <a:pPr lvl="0" algn="just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QR/Geo based tracking with automated reports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88E402CB-FB96-B508-8DBB-4507E11657F7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05" y="5104888"/>
            <a:ext cx="297947" cy="341182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7A62B13B-6A94-14C5-ECC0-6C2BCBE2DE3C}"/>
              </a:ext>
            </a:extLst>
          </p:cNvPr>
          <p:cNvSpPr txBox="1"/>
          <p:nvPr/>
        </p:nvSpPr>
        <p:spPr>
          <a:xfrm>
            <a:off x="426721" y="5516492"/>
            <a:ext cx="161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Plagiarism check </a:t>
            </a:r>
          </a:p>
          <a:p>
            <a:pPr lvl="0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 submitted reports   for originality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753A1FEE-D837-DA7F-F2F2-18BC1AAB6C5D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79" y="5591202"/>
            <a:ext cx="369706" cy="36970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81ED35A4-F770-E9EA-B0CC-ED796D0AC5A9}"/>
              </a:ext>
            </a:extLst>
          </p:cNvPr>
          <p:cNvSpPr txBox="1"/>
          <p:nvPr/>
        </p:nvSpPr>
        <p:spPr>
          <a:xfrm>
            <a:off x="229629" y="5602145"/>
            <a:ext cx="3494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98C7F6-C6A2-5D3B-F05F-4C91AE29632B}"/>
              </a:ext>
            </a:extLst>
          </p:cNvPr>
          <p:cNvSpPr txBox="1"/>
          <p:nvPr/>
        </p:nvSpPr>
        <p:spPr>
          <a:xfrm>
            <a:off x="426720" y="6129140"/>
            <a:ext cx="1719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</a:t>
            </a:r>
          </a:p>
          <a:p>
            <a:pPr lvl="0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&amp; department engagement dashboards</a:t>
            </a:r>
          </a:p>
        </p:txBody>
      </p:sp>
      <p:pic>
        <p:nvPicPr>
          <p:cNvPr id="52" name="Picture 51" descr="Analysis icon">
            <a:extLst>
              <a:ext uri="{FF2B5EF4-FFF2-40B4-BE49-F238E27FC236}">
                <a16:creationId xmlns:a16="http://schemas.microsoft.com/office/drawing/2014/main" id="{DC4DAC8A-F825-05A4-153A-29345581C4FA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21996" y="6215170"/>
            <a:ext cx="417402" cy="417402"/>
          </a:xfrm>
          <a:prstGeom prst="rect">
            <a:avLst/>
          </a:prstGeom>
        </p:spPr>
      </p:pic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84C474BC-BFD6-DA85-1293-4896CC1C3FA7}"/>
              </a:ext>
            </a:extLst>
          </p:cNvPr>
          <p:cNvSpPr/>
          <p:nvPr/>
        </p:nvSpPr>
        <p:spPr>
          <a:xfrm>
            <a:off x="2149224" y="4286417"/>
            <a:ext cx="1965122" cy="602727"/>
          </a:xfrm>
          <a:prstGeom prst="roundRect">
            <a:avLst>
              <a:gd name="adj" fmla="val 29320"/>
            </a:avLst>
          </a:prstGeom>
          <a:solidFill>
            <a:schemeClr val="accent6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FF9F5E3-179D-D347-2EA8-1B1E97DF82A5}"/>
              </a:ext>
            </a:extLst>
          </p:cNvPr>
          <p:cNvSpPr txBox="1"/>
          <p:nvPr/>
        </p:nvSpPr>
        <p:spPr>
          <a:xfrm>
            <a:off x="2622731" y="4264425"/>
            <a:ext cx="1566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Personal Mentor</a:t>
            </a:r>
          </a:p>
          <a:p>
            <a:pPr lvl="0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1:1 AI mentor for academics and career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505431-7353-B04C-1E0E-A619242B264F}"/>
              </a:ext>
            </a:extLst>
          </p:cNvPr>
          <p:cNvSpPr txBox="1"/>
          <p:nvPr/>
        </p:nvSpPr>
        <p:spPr>
          <a:xfrm>
            <a:off x="2519149" y="4881518"/>
            <a:ext cx="1584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CV Builder</a:t>
            </a:r>
          </a:p>
          <a:p>
            <a:pPr lvl="0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Auto-generated, ATS ready CV from profile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0C84D06-0BBC-9857-155D-76DD1F3D70CB}"/>
              </a:ext>
            </a:extLst>
          </p:cNvPr>
          <p:cNvSpPr txBox="1"/>
          <p:nvPr/>
        </p:nvSpPr>
        <p:spPr>
          <a:xfrm>
            <a:off x="2493192" y="5516492"/>
            <a:ext cx="161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Career Guidance</a:t>
            </a:r>
          </a:p>
          <a:p>
            <a:pPr lvl="0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Curated career paths &amp; personalized roadmap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B9C68DE-D733-B13A-C0EF-F6616B25B16B}"/>
              </a:ext>
            </a:extLst>
          </p:cNvPr>
          <p:cNvSpPr txBox="1"/>
          <p:nvPr/>
        </p:nvSpPr>
        <p:spPr>
          <a:xfrm>
            <a:off x="2493191" y="6129140"/>
            <a:ext cx="17190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Dashboard</a:t>
            </a:r>
          </a:p>
          <a:p>
            <a:pPr lvl="0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grades attendance and growth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9302D7E-35A3-3186-B803-048E05CC6B5A}"/>
              </a:ext>
            </a:extLst>
          </p:cNvPr>
          <p:cNvSpPr/>
          <p:nvPr/>
        </p:nvSpPr>
        <p:spPr>
          <a:xfrm>
            <a:off x="4215407" y="4292196"/>
            <a:ext cx="1965122" cy="596948"/>
          </a:xfrm>
          <a:prstGeom prst="roundRect">
            <a:avLst>
              <a:gd name="adj" fmla="val 29320"/>
            </a:avLst>
          </a:prstGeom>
          <a:solidFill>
            <a:srgbClr val="E7E4CC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22A259E-F041-42A9-8F31-D40F95A7B22B}"/>
              </a:ext>
            </a:extLst>
          </p:cNvPr>
          <p:cNvSpPr txBox="1"/>
          <p:nvPr/>
        </p:nvSpPr>
        <p:spPr>
          <a:xfrm>
            <a:off x="4627954" y="4264425"/>
            <a:ext cx="16819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Ads</a:t>
            </a:r>
          </a:p>
          <a:p>
            <a:pPr lvl="0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college ads about admissions &amp; events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9D2AD12-27AF-A9D2-EFB5-610D49CD4BBE}"/>
              </a:ext>
            </a:extLst>
          </p:cNvPr>
          <p:cNvSpPr txBox="1"/>
          <p:nvPr/>
        </p:nvSpPr>
        <p:spPr>
          <a:xfrm>
            <a:off x="4514177" y="4881518"/>
            <a:ext cx="16555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Ads</a:t>
            </a:r>
          </a:p>
          <a:p>
            <a:pPr lvl="0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ads about </a:t>
            </a:r>
            <a:r>
              <a:rPr lang="en-US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other food platform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9B45E4E-9D1A-D876-7DFD-3E01FA33C6C6}"/>
              </a:ext>
            </a:extLst>
          </p:cNvPr>
          <p:cNvSpPr txBox="1"/>
          <p:nvPr/>
        </p:nvSpPr>
        <p:spPr>
          <a:xfrm>
            <a:off x="4559375" y="5516492"/>
            <a:ext cx="1610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Competitions</a:t>
            </a:r>
          </a:p>
          <a:p>
            <a:pPr lvl="0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competitions and sports events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4F7B799-955D-ADDD-F2AF-E22C14D075BF}"/>
              </a:ext>
            </a:extLst>
          </p:cNvPr>
          <p:cNvSpPr txBox="1"/>
          <p:nvPr/>
        </p:nvSpPr>
        <p:spPr>
          <a:xfrm>
            <a:off x="4539555" y="6129140"/>
            <a:ext cx="1615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Passive revenue that scales with every free user on the platform.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9" name="Picture 68" descr="AI icon">
            <a:extLst>
              <a:ext uri="{FF2B5EF4-FFF2-40B4-BE49-F238E27FC236}">
                <a16:creationId xmlns:a16="http://schemas.microsoft.com/office/drawing/2014/main" id="{95FABAFA-DDD1-0C77-7F30-0291CCC9B7C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09710" y="4402925"/>
            <a:ext cx="369332" cy="369332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DF98156E-BF3F-680E-CE66-B53E01E8C869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623" y="5066146"/>
            <a:ext cx="342538" cy="342538"/>
          </a:xfrm>
          <a:prstGeom prst="rect">
            <a:avLst/>
          </a:prstGeom>
        </p:spPr>
      </p:pic>
      <p:pic>
        <p:nvPicPr>
          <p:cNvPr id="75" name="Picture 74" descr="Job opportunities icon">
            <a:extLst>
              <a:ext uri="{FF2B5EF4-FFF2-40B4-BE49-F238E27FC236}">
                <a16:creationId xmlns:a16="http://schemas.microsoft.com/office/drawing/2014/main" id="{BA36E9E8-89F5-353A-F8B6-3EB7CEB12E1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91159" y="5638436"/>
            <a:ext cx="422605" cy="422605"/>
          </a:xfrm>
          <a:prstGeom prst="rect">
            <a:avLst/>
          </a:prstGeom>
        </p:spPr>
      </p:pic>
      <p:pic>
        <p:nvPicPr>
          <p:cNvPr id="77" name="Picture 76" descr="Dashboard icon">
            <a:extLst>
              <a:ext uri="{FF2B5EF4-FFF2-40B4-BE49-F238E27FC236}">
                <a16:creationId xmlns:a16="http://schemas.microsoft.com/office/drawing/2014/main" id="{223CE60F-8B1F-7C78-09DB-4A3A1F265F7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165953" y="6248428"/>
            <a:ext cx="413878" cy="413878"/>
          </a:xfrm>
          <a:prstGeom prst="rect">
            <a:avLst/>
          </a:prstGeom>
        </p:spPr>
      </p:pic>
      <p:pic>
        <p:nvPicPr>
          <p:cNvPr id="79" name="Picture 78" descr="College icon">
            <a:extLst>
              <a:ext uri="{FF2B5EF4-FFF2-40B4-BE49-F238E27FC236}">
                <a16:creationId xmlns:a16="http://schemas.microsoft.com/office/drawing/2014/main" id="{F850933F-3C81-A25E-8A9C-274E3FA2E68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243651" y="4343748"/>
            <a:ext cx="487933" cy="487933"/>
          </a:xfrm>
          <a:prstGeom prst="rect">
            <a:avLst/>
          </a:prstGeom>
        </p:spPr>
      </p:pic>
      <p:pic>
        <p:nvPicPr>
          <p:cNvPr id="81" name="Picture 80" descr="Ads icon">
            <a:extLst>
              <a:ext uri="{FF2B5EF4-FFF2-40B4-BE49-F238E27FC236}">
                <a16:creationId xmlns:a16="http://schemas.microsoft.com/office/drawing/2014/main" id="{FCEBAB70-46ED-286D-2148-6DE38CDCC67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249962" y="5077012"/>
            <a:ext cx="315350" cy="315350"/>
          </a:xfrm>
          <a:prstGeom prst="rect">
            <a:avLst/>
          </a:prstGeom>
        </p:spPr>
      </p:pic>
      <p:pic>
        <p:nvPicPr>
          <p:cNvPr id="82" name="Picture 81" descr="Competitive icon">
            <a:extLst>
              <a:ext uri="{FF2B5EF4-FFF2-40B4-BE49-F238E27FC236}">
                <a16:creationId xmlns:a16="http://schemas.microsoft.com/office/drawing/2014/main" id="{5ED69A08-7ADE-AD04-F7F6-037591A0D759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19696" y="5556800"/>
            <a:ext cx="461217" cy="461217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0DD031B-1E49-0236-5A76-58F147F02F24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0220" y="6280872"/>
            <a:ext cx="305653" cy="305653"/>
          </a:xfrm>
          <a:prstGeom prst="rect">
            <a:avLst/>
          </a:prstGeom>
        </p:spPr>
      </p:pic>
      <p:pic>
        <p:nvPicPr>
          <p:cNvPr id="85" name="Picture 84" descr="Audio icon">
            <a:extLst>
              <a:ext uri="{FF2B5EF4-FFF2-40B4-BE49-F238E27FC236}">
                <a16:creationId xmlns:a16="http://schemas.microsoft.com/office/drawing/2014/main" id="{7A6175D5-0C0A-3644-1735-1AA9DDF6465B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502446" y="4001444"/>
            <a:ext cx="272379" cy="272379"/>
          </a:xfrm>
          <a:prstGeom prst="rect">
            <a:avLst/>
          </a:prstGeom>
        </p:spPr>
      </p:pic>
      <p:sp>
        <p:nvSpPr>
          <p:cNvPr id="95" name="Rectangle: Rounded Corners 94">
            <a:extLst>
              <a:ext uri="{FF2B5EF4-FFF2-40B4-BE49-F238E27FC236}">
                <a16:creationId xmlns:a16="http://schemas.microsoft.com/office/drawing/2014/main" id="{034042B6-E642-2FDE-E75C-AF88D3D96197}"/>
              </a:ext>
            </a:extLst>
          </p:cNvPr>
          <p:cNvSpPr/>
          <p:nvPr/>
        </p:nvSpPr>
        <p:spPr>
          <a:xfrm>
            <a:off x="7067765" y="3657164"/>
            <a:ext cx="3073678" cy="210853"/>
          </a:xfrm>
          <a:prstGeom prst="roundRect">
            <a:avLst>
              <a:gd name="adj" fmla="val 50000"/>
            </a:avLst>
          </a:prstGeom>
          <a:solidFill>
            <a:srgbClr val="DAD7B3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4-Year Financial Outlook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904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9E26C-798B-EBFE-AF32-0C5879894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3D3CF56-B129-16C4-D4CA-AE5EE067A4AA}"/>
              </a:ext>
            </a:extLst>
          </p:cNvPr>
          <p:cNvCxnSpPr/>
          <p:nvPr/>
        </p:nvCxnSpPr>
        <p:spPr>
          <a:xfrm>
            <a:off x="0" y="44704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BDC8FD7-C965-BBBA-6713-22B7556DAFB3}"/>
              </a:ext>
            </a:extLst>
          </p:cNvPr>
          <p:cNvCxnSpPr/>
          <p:nvPr/>
        </p:nvCxnSpPr>
        <p:spPr>
          <a:xfrm>
            <a:off x="0" y="47752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ADCCB28-4613-3F5C-A71B-84FBB32391AD}"/>
              </a:ext>
            </a:extLst>
          </p:cNvPr>
          <p:cNvSpPr txBox="1"/>
          <p:nvPr/>
        </p:nvSpPr>
        <p:spPr>
          <a:xfrm>
            <a:off x="82753" y="55879"/>
            <a:ext cx="8315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</a:rPr>
              <a:t>LYNCUS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7C64E2-C238-3084-49B9-BC437ADBD26B}"/>
              </a:ext>
            </a:extLst>
          </p:cNvPr>
          <p:cNvSpPr txBox="1"/>
          <p:nvPr/>
        </p:nvSpPr>
        <p:spPr>
          <a:xfrm>
            <a:off x="3186677" y="2468915"/>
            <a:ext cx="5818644" cy="1200329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IN" sz="7200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A3BB51-1182-48B7-D927-3C67BA5AE320}"/>
              </a:ext>
            </a:extLst>
          </p:cNvPr>
          <p:cNvSpPr txBox="1"/>
          <p:nvPr/>
        </p:nvSpPr>
        <p:spPr>
          <a:xfrm>
            <a:off x="2054412" y="5917909"/>
            <a:ext cx="8083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“We’re not just connecting colleges. We’re connecting possibilities.”</a:t>
            </a:r>
          </a:p>
        </p:txBody>
      </p:sp>
      <p:pic>
        <p:nvPicPr>
          <p:cNvPr id="2" name="Picture 1" descr="1&#10;&#10;AI-generated content may be incorrect.">
            <a:extLst>
              <a:ext uri="{FF2B5EF4-FFF2-40B4-BE49-F238E27FC236}">
                <a16:creationId xmlns:a16="http://schemas.microsoft.com/office/drawing/2014/main" id="{B3D25E92-FB40-5F9B-562B-B89E6806B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6915" y="3940361"/>
            <a:ext cx="3290570" cy="1668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0D4DC7-23CE-6FD7-08AD-97CD0A223221}"/>
              </a:ext>
            </a:extLst>
          </p:cNvPr>
          <p:cNvSpPr txBox="1"/>
          <p:nvPr/>
        </p:nvSpPr>
        <p:spPr>
          <a:xfrm>
            <a:off x="811763" y="219793"/>
            <a:ext cx="2120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Connect. Collaborate. Create.</a:t>
            </a:r>
          </a:p>
        </p:txBody>
      </p:sp>
      <p:pic>
        <p:nvPicPr>
          <p:cNvPr id="16" name="Picture 15" descr="National Institute of Agricultural Extension Management - Wikipedia">
            <a:extLst>
              <a:ext uri="{FF2B5EF4-FFF2-40B4-BE49-F238E27FC236}">
                <a16:creationId xmlns:a16="http://schemas.microsoft.com/office/drawing/2014/main" id="{96A281AC-DFCD-8801-3DAC-BD5F04AD63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621"/>
          <a:stretch>
            <a:fillRect/>
          </a:stretch>
        </p:blipFill>
        <p:spPr>
          <a:xfrm>
            <a:off x="7822808" y="4040218"/>
            <a:ext cx="1771136" cy="1160693"/>
          </a:xfrm>
          <a:prstGeom prst="rect">
            <a:avLst/>
          </a:prstGeom>
        </p:spPr>
      </p:pic>
      <p:pic>
        <p:nvPicPr>
          <p:cNvPr id="6" name="Picture 5" descr="Revolutionise Agribusiness&#10;&#10;AI-generated content may be incorrect.">
            <a:extLst>
              <a:ext uri="{FF2B5EF4-FFF2-40B4-BE49-F238E27FC236}">
                <a16:creationId xmlns:a16="http://schemas.microsoft.com/office/drawing/2014/main" id="{ED778DBF-ED2A-9870-D029-24C2EE41F45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163" y="1107442"/>
            <a:ext cx="3511672" cy="141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064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A5452-33DF-6783-8C42-1246D10D3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0C149C-B832-0ECD-6BE0-EB484D0D4E05}"/>
              </a:ext>
            </a:extLst>
          </p:cNvPr>
          <p:cNvCxnSpPr/>
          <p:nvPr/>
        </p:nvCxnSpPr>
        <p:spPr>
          <a:xfrm>
            <a:off x="0" y="44704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4D85B49-2632-DBEE-AD39-6EAEC7ED54A4}"/>
              </a:ext>
            </a:extLst>
          </p:cNvPr>
          <p:cNvCxnSpPr/>
          <p:nvPr/>
        </p:nvCxnSpPr>
        <p:spPr>
          <a:xfrm>
            <a:off x="0" y="477520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FEFD0E3-6E85-2FF4-0FA1-DE3D53211DF0}"/>
              </a:ext>
            </a:extLst>
          </p:cNvPr>
          <p:cNvSpPr txBox="1"/>
          <p:nvPr/>
        </p:nvSpPr>
        <p:spPr>
          <a:xfrm>
            <a:off x="82753" y="55879"/>
            <a:ext cx="8848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LYNCUS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5302EB-5D1F-D83B-D033-AF7C1DE5535F}"/>
              </a:ext>
            </a:extLst>
          </p:cNvPr>
          <p:cNvSpPr txBox="1"/>
          <p:nvPr/>
        </p:nvSpPr>
        <p:spPr>
          <a:xfrm>
            <a:off x="811763" y="219793"/>
            <a:ext cx="2120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Connect. Collaborate. Create.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C30EA8-9D18-3796-1E2E-75367E07DE2A}"/>
              </a:ext>
            </a:extLst>
          </p:cNvPr>
          <p:cNvSpPr txBox="1"/>
          <p:nvPr/>
        </p:nvSpPr>
        <p:spPr>
          <a:xfrm>
            <a:off x="5198959" y="-90271"/>
            <a:ext cx="17940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Appendix 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A5A7BEEC-2F5B-913F-B179-FE589EF526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8563649"/>
              </p:ext>
            </p:extLst>
          </p:nvPr>
        </p:nvGraphicFramePr>
        <p:xfrm>
          <a:off x="548434" y="1039550"/>
          <a:ext cx="2423886" cy="212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381029" imgH="771525" progId="Excel.Sheet.12">
                  <p:embed/>
                </p:oleObj>
              </mc:Choice>
              <mc:Fallback>
                <p:oleObj name="Worksheet" showAsIcon="1" r:id="rId2" imgW="381029" imgH="771525" progId="Excel.Shee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A5A7BEEC-2F5B-913F-B179-FE589EF526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48434" y="1039550"/>
                        <a:ext cx="2423886" cy="2122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hlinkClick r:id="rId4"/>
            <a:extLst>
              <a:ext uri="{FF2B5EF4-FFF2-40B4-BE49-F238E27FC236}">
                <a16:creationId xmlns:a16="http://schemas.microsoft.com/office/drawing/2014/main" id="{0C710206-A8B0-96EE-7D9F-F18CBB7518E0}"/>
              </a:ext>
            </a:extLst>
          </p:cNvPr>
          <p:cNvSpPr txBox="1"/>
          <p:nvPr/>
        </p:nvSpPr>
        <p:spPr>
          <a:xfrm>
            <a:off x="9535506" y="1032078"/>
            <a:ext cx="2579937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050" b="1" spc="400" baseline="0" dirty="0">
                <a:ln/>
                <a:gradFill>
                  <a:gsLst>
                    <a:gs pos="0">
                      <a:srgbClr val="00C6FF"/>
                    </a:gs>
                    <a:gs pos="50000">
                      <a:srgbClr val="009CFF"/>
                    </a:gs>
                    <a:gs pos="100000">
                      <a:srgbClr val="0072FF"/>
                    </a:gs>
                  </a:gsLst>
                  <a:lin ang="27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  <a:sym typeface="Georgia"/>
                <a:rtl val="0"/>
              </a:rPr>
              <a:t>LYNCUS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13F3DE-BE05-2E52-F0B6-DAF591EE2AF5}"/>
              </a:ext>
            </a:extLst>
          </p:cNvPr>
          <p:cNvSpPr txBox="1"/>
          <p:nvPr/>
        </p:nvSpPr>
        <p:spPr>
          <a:xfrm>
            <a:off x="10103419" y="2219210"/>
            <a:ext cx="1444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link 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81137CC-7767-5E48-89D0-7B7ED87236D4}"/>
              </a:ext>
            </a:extLst>
          </p:cNvPr>
          <p:cNvCxnSpPr>
            <a:cxnSpLocks/>
          </p:cNvCxnSpPr>
          <p:nvPr/>
        </p:nvCxnSpPr>
        <p:spPr>
          <a:xfrm>
            <a:off x="3372574" y="477520"/>
            <a:ext cx="0" cy="2687048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D31272D-EA0F-D1A9-EDA9-4370F6FC8BA6}"/>
              </a:ext>
            </a:extLst>
          </p:cNvPr>
          <p:cNvCxnSpPr>
            <a:cxnSpLocks/>
          </p:cNvCxnSpPr>
          <p:nvPr/>
        </p:nvCxnSpPr>
        <p:spPr>
          <a:xfrm flipH="1">
            <a:off x="0" y="3164568"/>
            <a:ext cx="3372574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027B16B-36E5-2DF2-7BCA-1F13898F8279}"/>
              </a:ext>
            </a:extLst>
          </p:cNvPr>
          <p:cNvCxnSpPr>
            <a:cxnSpLocks/>
          </p:cNvCxnSpPr>
          <p:nvPr/>
        </p:nvCxnSpPr>
        <p:spPr>
          <a:xfrm>
            <a:off x="9458953" y="477520"/>
            <a:ext cx="0" cy="2684518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BB7F642C-E913-22C3-9D23-BE7CCD1DE46C}"/>
              </a:ext>
            </a:extLst>
          </p:cNvPr>
          <p:cNvSpPr txBox="1"/>
          <p:nvPr/>
        </p:nvSpPr>
        <p:spPr>
          <a:xfrm>
            <a:off x="4373330" y="569528"/>
            <a:ext cx="387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&amp; Industry Sources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8FA0D42-1BFD-D371-6216-C1B14099A293}"/>
              </a:ext>
            </a:extLst>
          </p:cNvPr>
          <p:cNvSpPr txBox="1"/>
          <p:nvPr/>
        </p:nvSpPr>
        <p:spPr>
          <a:xfrm>
            <a:off x="3400309" y="1032078"/>
            <a:ext cx="60586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MarketsandMarkets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India EdTech &amp; Smart Classrooms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this for your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16.4% EdTech CAGR / $8.88B → $19.00B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claim. –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link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Grand View Research — India Higher Education Technology</a:t>
            </a:r>
            <a:b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this for 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higher-education technology market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claim. –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link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this for 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higher education market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claim.–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link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 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AISHE / Ministry of Education -  Higher Education Statistics –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link 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D6D172-E4A6-9634-85A3-833EA026739F}"/>
              </a:ext>
            </a:extLst>
          </p:cNvPr>
          <p:cNvSpPr txBox="1"/>
          <p:nvPr/>
        </p:nvSpPr>
        <p:spPr>
          <a:xfrm>
            <a:off x="1252622" y="3623377"/>
            <a:ext cx="3946337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per Active Student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SaaS = ₹20/student/year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Premium = ₹82.50/student/year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Advertising = ₹120/student/year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LYNCUS Revenue = ₹222.50/student/year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 - Total Addressable Market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4.50 Cr Higher Education Students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₹222.50/student/year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₹1,001.25 Cr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 ≈ ₹1,001 Cr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64,756+ HEIs | 4.50 Cr students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lakh students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7C3688-A1C6-CC11-6EAB-80CCEF926132}"/>
              </a:ext>
            </a:extLst>
          </p:cNvPr>
          <p:cNvSpPr txBox="1"/>
          <p:nvPr/>
        </p:nvSpPr>
        <p:spPr>
          <a:xfrm>
            <a:off x="7523920" y="3542764"/>
            <a:ext cx="3145413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 - Serviceable Available Market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10,000 Target Colleges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400 students/college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₹222.50/student/year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₹89 Cr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 = ₹89 Cr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~40 lakh students</a:t>
            </a:r>
          </a:p>
          <a:p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 - Serviceable Obtainable Market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1,500 Target Colleges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400 students/college</a:t>
            </a:r>
            <a:b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₹222.50/student/year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₹13.35 Cr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 = ₹13.35 Cr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0DA02D2-4E51-DF24-5659-6C8EC369DB43}"/>
              </a:ext>
            </a:extLst>
          </p:cNvPr>
          <p:cNvSpPr txBox="1"/>
          <p:nvPr/>
        </p:nvSpPr>
        <p:spPr>
          <a:xfrm>
            <a:off x="3842362" y="3203940"/>
            <a:ext cx="3939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TAM, SAM &amp; SOM CALCULATION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B35D4E1-7D9F-5B57-1089-7A8566889FE6}"/>
              </a:ext>
            </a:extLst>
          </p:cNvPr>
          <p:cNvCxnSpPr>
            <a:cxnSpLocks/>
          </p:cNvCxnSpPr>
          <p:nvPr/>
        </p:nvCxnSpPr>
        <p:spPr>
          <a:xfrm flipH="1">
            <a:off x="3372574" y="3162038"/>
            <a:ext cx="8819426" cy="0"/>
          </a:xfrm>
          <a:prstGeom prst="line">
            <a:avLst/>
          </a:prstGeom>
          <a:ln w="19050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C13F3DE-BE05-2E52-F0B6-DAF591EE2AF5}"/>
              </a:ext>
            </a:extLst>
          </p:cNvPr>
          <p:cNvSpPr txBox="1"/>
          <p:nvPr/>
        </p:nvSpPr>
        <p:spPr>
          <a:xfrm>
            <a:off x="548434" y="2219210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form Responses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4202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4062</TotalTime>
  <Words>1424</Words>
  <Application>Microsoft Office PowerPoint</Application>
  <PresentationFormat>Widescreen</PresentationFormat>
  <Paragraphs>313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Microsoft YaHei UI</vt:lpstr>
      <vt:lpstr>Aptos</vt:lpstr>
      <vt:lpstr>Aptos Display</vt:lpstr>
      <vt:lpstr>Arial</vt:lpstr>
      <vt:lpstr>Courier New</vt:lpstr>
      <vt:lpstr>Georgia</vt:lpstr>
      <vt:lpstr>Google Sans</vt:lpstr>
      <vt:lpstr>Inter</vt:lpstr>
      <vt:lpstr>Times New Roman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Sagar Metri</dc:creator>
  <cp:lastModifiedBy>Sagar Metri</cp:lastModifiedBy>
  <cp:revision>19</cp:revision>
  <dcterms:created xsi:type="dcterms:W3CDTF">2026-08-17T08:50:12Z</dcterms:created>
  <dcterms:modified xsi:type="dcterms:W3CDTF">2026-09-10T13:23:35Z</dcterms:modified>
</cp:coreProperties>
</file>